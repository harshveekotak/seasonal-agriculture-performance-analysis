
<file path=[Content_Types].xml><?xml version="1.0" encoding="utf-8"?>
<Types xmlns="http://schemas.openxmlformats.org/package/2006/content-types">
  <Default Extension="jfif" ContentType="image/jpeg"/>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7"/>
  </p:notesMasterIdLst>
  <p:handoutMasterIdLst>
    <p:handoutMasterId r:id="rId28"/>
  </p:handoutMasterIdLst>
  <p:sldIdLst>
    <p:sldId id="338" r:id="rId5"/>
    <p:sldId id="327" r:id="rId6"/>
    <p:sldId id="315" r:id="rId7"/>
    <p:sldId id="329" r:id="rId8"/>
    <p:sldId id="302" r:id="rId9"/>
    <p:sldId id="339" r:id="rId10"/>
    <p:sldId id="344" r:id="rId11"/>
    <p:sldId id="345" r:id="rId12"/>
    <p:sldId id="346" r:id="rId13"/>
    <p:sldId id="355" r:id="rId14"/>
    <p:sldId id="347" r:id="rId15"/>
    <p:sldId id="341" r:id="rId16"/>
    <p:sldId id="348" r:id="rId17"/>
    <p:sldId id="350" r:id="rId18"/>
    <p:sldId id="349" r:id="rId19"/>
    <p:sldId id="351" r:id="rId20"/>
    <p:sldId id="352" r:id="rId21"/>
    <p:sldId id="353" r:id="rId22"/>
    <p:sldId id="354" r:id="rId23"/>
    <p:sldId id="342" r:id="rId24"/>
    <p:sldId id="343" r:id="rId25"/>
    <p:sldId id="30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CF9"/>
    <a:srgbClr val="D3DDEC"/>
    <a:srgbClr val="236292"/>
    <a:srgbClr val="174261"/>
    <a:srgbClr val="DAE2EF"/>
    <a:srgbClr val="64CAED"/>
    <a:srgbClr val="E8EDF5"/>
    <a:srgbClr val="BECDE4"/>
    <a:srgbClr val="D3EDF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340E1-1F32-4950-93C9-E1504D423EE4}" type="doc">
      <dgm:prSet loTypeId="urn:microsoft.com/office/officeart/2005/8/layout/vList3" loCatId="list" qsTypeId="urn:microsoft.com/office/officeart/2005/8/quickstyle/simple1" qsCatId="simple" csTypeId="urn:microsoft.com/office/officeart/2005/8/colors/accent2_3" csCatId="accent2" phldr="1"/>
      <dgm:spPr/>
    </dgm:pt>
    <dgm:pt modelId="{8A70098D-2E63-4E12-9D02-0B7296E9B4F8}">
      <dgm:prSet phldrT="[Text]" custT="1"/>
      <dgm:spPr/>
      <dgm:t>
        <a:bodyPr/>
        <a:lstStyle/>
        <a:p>
          <a:r>
            <a:rPr lang="en-IN" sz="1600" b="1" dirty="0">
              <a:solidFill>
                <a:schemeClr val="accent1">
                  <a:lumMod val="40000"/>
                  <a:lumOff val="60000"/>
                </a:schemeClr>
              </a:solidFill>
            </a:rPr>
            <a:t>Environmental Conditions</a:t>
          </a:r>
        </a:p>
        <a:p>
          <a:r>
            <a:rPr lang="en-US" sz="1600" dirty="0">
              <a:solidFill>
                <a:schemeClr val="accent1">
                  <a:lumMod val="40000"/>
                  <a:lumOff val="60000"/>
                </a:schemeClr>
              </a:solidFill>
            </a:rPr>
            <a:t>Rainfall, temperature, humidity and soil moisture shift by season</a:t>
          </a:r>
          <a:endParaRPr lang="en-IN" sz="1600" dirty="0">
            <a:solidFill>
              <a:schemeClr val="accent1">
                <a:lumMod val="40000"/>
                <a:lumOff val="60000"/>
              </a:schemeClr>
            </a:solidFill>
          </a:endParaRPr>
        </a:p>
      </dgm:t>
    </dgm:pt>
    <dgm:pt modelId="{2649A2D1-650B-4C52-84E5-2862B47D5609}" type="parTrans" cxnId="{CFDC422F-0558-48D6-B738-9B518D646669}">
      <dgm:prSet/>
      <dgm:spPr/>
      <dgm:t>
        <a:bodyPr/>
        <a:lstStyle/>
        <a:p>
          <a:endParaRPr lang="en-IN"/>
        </a:p>
      </dgm:t>
    </dgm:pt>
    <dgm:pt modelId="{59381ECE-E856-4D7C-B375-99ECA28CD27F}" type="sibTrans" cxnId="{CFDC422F-0558-48D6-B738-9B518D646669}">
      <dgm:prSet/>
      <dgm:spPr/>
      <dgm:t>
        <a:bodyPr/>
        <a:lstStyle/>
        <a:p>
          <a:endParaRPr lang="en-IN"/>
        </a:p>
      </dgm:t>
    </dgm:pt>
    <dgm:pt modelId="{948C1F50-A80C-4D85-8A7D-DDCFC1EC0FC4}">
      <dgm:prSet phldrT="[Text]" custT="1"/>
      <dgm:spPr/>
      <dgm:t>
        <a:bodyPr/>
        <a:lstStyle/>
        <a:p>
          <a:r>
            <a:rPr lang="en-US" sz="1600" b="1" dirty="0">
              <a:solidFill>
                <a:schemeClr val="accent1">
                  <a:lumMod val="20000"/>
                  <a:lumOff val="80000"/>
                </a:schemeClr>
              </a:solidFill>
            </a:rPr>
            <a:t>Farming Practices</a:t>
          </a:r>
        </a:p>
        <a:p>
          <a:r>
            <a:rPr lang="en-US" sz="1600" dirty="0">
              <a:solidFill>
                <a:schemeClr val="accent1">
                  <a:lumMod val="20000"/>
                  <a:lumOff val="80000"/>
                </a:schemeClr>
              </a:solidFill>
            </a:rPr>
            <a:t>Irrigation method, inputs and crop choice vary across sowing cycles</a:t>
          </a:r>
          <a:endParaRPr lang="en-IN" sz="1600" dirty="0">
            <a:solidFill>
              <a:schemeClr val="accent1">
                <a:lumMod val="20000"/>
                <a:lumOff val="80000"/>
              </a:schemeClr>
            </a:solidFill>
          </a:endParaRPr>
        </a:p>
      </dgm:t>
    </dgm:pt>
    <dgm:pt modelId="{98AB6C43-441A-40EB-B08B-C37723EEAE94}" type="parTrans" cxnId="{5AD55E0C-E51E-44CA-A83F-1FEEFEC77AE3}">
      <dgm:prSet/>
      <dgm:spPr/>
      <dgm:t>
        <a:bodyPr/>
        <a:lstStyle/>
        <a:p>
          <a:endParaRPr lang="en-IN"/>
        </a:p>
      </dgm:t>
    </dgm:pt>
    <dgm:pt modelId="{DFD020D0-208A-4175-A009-D153001E610E}" type="sibTrans" cxnId="{5AD55E0C-E51E-44CA-A83F-1FEEFEC77AE3}">
      <dgm:prSet/>
      <dgm:spPr/>
      <dgm:t>
        <a:bodyPr/>
        <a:lstStyle/>
        <a:p>
          <a:endParaRPr lang="en-IN"/>
        </a:p>
      </dgm:t>
    </dgm:pt>
    <dgm:pt modelId="{05809301-0063-4EE5-B0B0-5CF0E96AB48A}">
      <dgm:prSet phldrT="[Text]" custT="1"/>
      <dgm:spPr/>
      <dgm:t>
        <a:bodyPr/>
        <a:lstStyle/>
        <a:p>
          <a:r>
            <a:rPr lang="en-US" sz="1600" b="1" dirty="0"/>
            <a:t>Resource Availability</a:t>
          </a:r>
        </a:p>
        <a:p>
          <a:r>
            <a:rPr lang="en-US" sz="1600" dirty="0"/>
            <a:t>Water and input access differ between Kharif, Rabi and Zaid</a:t>
          </a:r>
          <a:endParaRPr lang="en-IN" sz="1600" dirty="0"/>
        </a:p>
      </dgm:t>
    </dgm:pt>
    <dgm:pt modelId="{31518090-09AE-40E4-8C5A-7D2F6D135C51}" type="parTrans" cxnId="{24C93BAB-8F0D-4850-B3E2-49A18481FDAA}">
      <dgm:prSet/>
      <dgm:spPr/>
      <dgm:t>
        <a:bodyPr/>
        <a:lstStyle/>
        <a:p>
          <a:endParaRPr lang="en-IN"/>
        </a:p>
      </dgm:t>
    </dgm:pt>
    <dgm:pt modelId="{F8845573-868C-4AA0-B664-C4D9CD7D0691}" type="sibTrans" cxnId="{24C93BAB-8F0D-4850-B3E2-49A18481FDAA}">
      <dgm:prSet/>
      <dgm:spPr/>
      <dgm:t>
        <a:bodyPr/>
        <a:lstStyle/>
        <a:p>
          <a:endParaRPr lang="en-IN"/>
        </a:p>
      </dgm:t>
    </dgm:pt>
    <dgm:pt modelId="{0956F818-8136-4BA1-97AD-09065B5A363A}">
      <dgm:prSet phldrT="[Text]" custT="1"/>
      <dgm:spPr/>
      <dgm:t>
        <a:bodyPr/>
        <a:lstStyle/>
        <a:p>
          <a:r>
            <a:rPr lang="en-IN" sz="1600" b="1" dirty="0">
              <a:solidFill>
                <a:schemeClr val="accent2">
                  <a:lumMod val="50000"/>
                </a:schemeClr>
              </a:solidFill>
            </a:rPr>
            <a:t>Market Conditions</a:t>
          </a:r>
        </a:p>
        <a:p>
          <a:r>
            <a:rPr lang="en-IN" sz="1600" b="1" dirty="0">
              <a:solidFill>
                <a:schemeClr val="accent2">
                  <a:lumMod val="50000"/>
                </a:schemeClr>
              </a:solidFill>
            </a:rPr>
            <a:t>Prices and costs affect whether higher output turns into higher profit</a:t>
          </a:r>
          <a:br>
            <a:rPr lang="en-IN" sz="1600" dirty="0"/>
          </a:br>
          <a:endParaRPr lang="en-IN" sz="1600" dirty="0"/>
        </a:p>
      </dgm:t>
    </dgm:pt>
    <dgm:pt modelId="{70696999-A8BF-4E13-9A05-6963133A9322}" type="parTrans" cxnId="{22D8F5B5-7304-4601-A869-C5B096F12E7B}">
      <dgm:prSet/>
      <dgm:spPr/>
      <dgm:t>
        <a:bodyPr/>
        <a:lstStyle/>
        <a:p>
          <a:endParaRPr lang="en-IN"/>
        </a:p>
      </dgm:t>
    </dgm:pt>
    <dgm:pt modelId="{E268F7C8-622E-4E15-8757-1C603F92851A}" type="sibTrans" cxnId="{22D8F5B5-7304-4601-A869-C5B096F12E7B}">
      <dgm:prSet/>
      <dgm:spPr/>
      <dgm:t>
        <a:bodyPr/>
        <a:lstStyle/>
        <a:p>
          <a:endParaRPr lang="en-IN"/>
        </a:p>
      </dgm:t>
    </dgm:pt>
    <dgm:pt modelId="{0A15F33F-2667-4D4F-B681-1CB7342CEF77}" type="pres">
      <dgm:prSet presAssocID="{D3C340E1-1F32-4950-93C9-E1504D423EE4}" presName="linearFlow" presStyleCnt="0">
        <dgm:presLayoutVars>
          <dgm:dir/>
          <dgm:resizeHandles val="exact"/>
        </dgm:presLayoutVars>
      </dgm:prSet>
      <dgm:spPr/>
    </dgm:pt>
    <dgm:pt modelId="{E55EE43E-2341-4FF6-9751-6323E467D1FC}" type="pres">
      <dgm:prSet presAssocID="{8A70098D-2E63-4E12-9D02-0B7296E9B4F8}" presName="composite" presStyleCnt="0"/>
      <dgm:spPr/>
    </dgm:pt>
    <dgm:pt modelId="{034A31EF-0BBA-460C-BFC9-7A8652B66C73}" type="pres">
      <dgm:prSet presAssocID="{8A70098D-2E63-4E12-9D02-0B7296E9B4F8}" presName="imgShp" presStyleLbl="fgImgPlace1" presStyleIdx="0" presStyleCnt="4"/>
      <dgm:spPr>
        <a:solidFill>
          <a:srgbClr val="DAE2EF"/>
        </a:solidFill>
      </dgm:spPr>
    </dgm:pt>
    <dgm:pt modelId="{9CCA956A-20F5-4E81-8FF7-E4AC289E7887}" type="pres">
      <dgm:prSet presAssocID="{8A70098D-2E63-4E12-9D02-0B7296E9B4F8}" presName="txShp" presStyleLbl="node1" presStyleIdx="0" presStyleCnt="4">
        <dgm:presLayoutVars>
          <dgm:bulletEnabled val="1"/>
        </dgm:presLayoutVars>
      </dgm:prSet>
      <dgm:spPr/>
    </dgm:pt>
    <dgm:pt modelId="{A04E307B-C2F0-4462-BF14-ABDDF191E9E6}" type="pres">
      <dgm:prSet presAssocID="{59381ECE-E856-4D7C-B375-99ECA28CD27F}" presName="spacing" presStyleCnt="0"/>
      <dgm:spPr/>
    </dgm:pt>
    <dgm:pt modelId="{37E0D6C0-A0A3-4CB0-86EF-E954AE401BD2}" type="pres">
      <dgm:prSet presAssocID="{948C1F50-A80C-4D85-8A7D-DDCFC1EC0FC4}" presName="composite" presStyleCnt="0"/>
      <dgm:spPr/>
    </dgm:pt>
    <dgm:pt modelId="{20CC7A7E-B260-48A0-80AC-0234E1538AC5}" type="pres">
      <dgm:prSet presAssocID="{948C1F50-A80C-4D85-8A7D-DDCFC1EC0FC4}" presName="imgShp" presStyleLbl="fgImgPlace1" presStyleIdx="1" presStyleCnt="4"/>
      <dgm:spPr>
        <a:solidFill>
          <a:srgbClr val="DAE2EF"/>
        </a:solidFill>
      </dgm:spPr>
    </dgm:pt>
    <dgm:pt modelId="{3AB56EB4-74E2-4C26-9178-69C18659357B}" type="pres">
      <dgm:prSet presAssocID="{948C1F50-A80C-4D85-8A7D-DDCFC1EC0FC4}" presName="txShp" presStyleLbl="node1" presStyleIdx="1" presStyleCnt="4">
        <dgm:presLayoutVars>
          <dgm:bulletEnabled val="1"/>
        </dgm:presLayoutVars>
      </dgm:prSet>
      <dgm:spPr/>
    </dgm:pt>
    <dgm:pt modelId="{7E3F5AD9-BD78-44F2-9017-D76CB45972C8}" type="pres">
      <dgm:prSet presAssocID="{DFD020D0-208A-4175-A009-D153001E610E}" presName="spacing" presStyleCnt="0"/>
      <dgm:spPr/>
    </dgm:pt>
    <dgm:pt modelId="{8623CD65-DF10-48ED-B249-CF64272EF2C0}" type="pres">
      <dgm:prSet presAssocID="{05809301-0063-4EE5-B0B0-5CF0E96AB48A}" presName="composite" presStyleCnt="0"/>
      <dgm:spPr/>
    </dgm:pt>
    <dgm:pt modelId="{77997CFC-3095-459B-99D0-EB5872A5C346}" type="pres">
      <dgm:prSet presAssocID="{05809301-0063-4EE5-B0B0-5CF0E96AB48A}" presName="imgShp" presStyleLbl="fgImgPlace1" presStyleIdx="2" presStyleCnt="4"/>
      <dgm:spPr>
        <a:solidFill>
          <a:srgbClr val="DAE2EF"/>
        </a:solidFill>
      </dgm:spPr>
    </dgm:pt>
    <dgm:pt modelId="{3205A79E-68E5-4A10-9FCA-C1B6EEF77E07}" type="pres">
      <dgm:prSet presAssocID="{05809301-0063-4EE5-B0B0-5CF0E96AB48A}" presName="txShp" presStyleLbl="node1" presStyleIdx="2" presStyleCnt="4">
        <dgm:presLayoutVars>
          <dgm:bulletEnabled val="1"/>
        </dgm:presLayoutVars>
      </dgm:prSet>
      <dgm:spPr/>
    </dgm:pt>
    <dgm:pt modelId="{A371D353-A965-4F03-B6D6-5F083E17C0BD}" type="pres">
      <dgm:prSet presAssocID="{F8845573-868C-4AA0-B664-C4D9CD7D0691}" presName="spacing" presStyleCnt="0"/>
      <dgm:spPr/>
    </dgm:pt>
    <dgm:pt modelId="{2E2BD075-A2BB-4244-9A93-C1BC6FCB06AF}" type="pres">
      <dgm:prSet presAssocID="{0956F818-8136-4BA1-97AD-09065B5A363A}" presName="composite" presStyleCnt="0"/>
      <dgm:spPr/>
    </dgm:pt>
    <dgm:pt modelId="{9A03EC7D-2467-451B-A132-DA8EA42C23A7}" type="pres">
      <dgm:prSet presAssocID="{0956F818-8136-4BA1-97AD-09065B5A363A}" presName="imgShp" presStyleLbl="fgImgPlace1" presStyleIdx="3" presStyleCnt="4"/>
      <dgm:spPr>
        <a:solidFill>
          <a:srgbClr val="DAE2EF"/>
        </a:solidFill>
      </dgm:spPr>
    </dgm:pt>
    <dgm:pt modelId="{118558AE-849A-4346-9E79-45108F218BF8}" type="pres">
      <dgm:prSet presAssocID="{0956F818-8136-4BA1-97AD-09065B5A363A}" presName="txShp" presStyleLbl="node1" presStyleIdx="3" presStyleCnt="4" custLinFactNeighborY="42">
        <dgm:presLayoutVars>
          <dgm:bulletEnabled val="1"/>
        </dgm:presLayoutVars>
      </dgm:prSet>
      <dgm:spPr/>
    </dgm:pt>
  </dgm:ptLst>
  <dgm:cxnLst>
    <dgm:cxn modelId="{5AD55E0C-E51E-44CA-A83F-1FEEFEC77AE3}" srcId="{D3C340E1-1F32-4950-93C9-E1504D423EE4}" destId="{948C1F50-A80C-4D85-8A7D-DDCFC1EC0FC4}" srcOrd="1" destOrd="0" parTransId="{98AB6C43-441A-40EB-B08B-C37723EEAE94}" sibTransId="{DFD020D0-208A-4175-A009-D153001E610E}"/>
    <dgm:cxn modelId="{0D7B200F-1FBF-4BEA-B386-279608D3F830}" type="presOf" srcId="{948C1F50-A80C-4D85-8A7D-DDCFC1EC0FC4}" destId="{3AB56EB4-74E2-4C26-9178-69C18659357B}" srcOrd="0" destOrd="0" presId="urn:microsoft.com/office/officeart/2005/8/layout/vList3"/>
    <dgm:cxn modelId="{CFDC422F-0558-48D6-B738-9B518D646669}" srcId="{D3C340E1-1F32-4950-93C9-E1504D423EE4}" destId="{8A70098D-2E63-4E12-9D02-0B7296E9B4F8}" srcOrd="0" destOrd="0" parTransId="{2649A2D1-650B-4C52-84E5-2862B47D5609}" sibTransId="{59381ECE-E856-4D7C-B375-99ECA28CD27F}"/>
    <dgm:cxn modelId="{3B51DD3A-853B-4FD0-B6AE-F921853D98B9}" type="presOf" srcId="{05809301-0063-4EE5-B0B0-5CF0E96AB48A}" destId="{3205A79E-68E5-4A10-9FCA-C1B6EEF77E07}" srcOrd="0" destOrd="0" presId="urn:microsoft.com/office/officeart/2005/8/layout/vList3"/>
    <dgm:cxn modelId="{FDA7B065-385C-4289-A61D-DCCA9A28CA13}" type="presOf" srcId="{D3C340E1-1F32-4950-93C9-E1504D423EE4}" destId="{0A15F33F-2667-4D4F-B681-1CB7342CEF77}" srcOrd="0" destOrd="0" presId="urn:microsoft.com/office/officeart/2005/8/layout/vList3"/>
    <dgm:cxn modelId="{24C93BAB-8F0D-4850-B3E2-49A18481FDAA}" srcId="{D3C340E1-1F32-4950-93C9-E1504D423EE4}" destId="{05809301-0063-4EE5-B0B0-5CF0E96AB48A}" srcOrd="2" destOrd="0" parTransId="{31518090-09AE-40E4-8C5A-7D2F6D135C51}" sibTransId="{F8845573-868C-4AA0-B664-C4D9CD7D0691}"/>
    <dgm:cxn modelId="{22D8F5B5-7304-4601-A869-C5B096F12E7B}" srcId="{D3C340E1-1F32-4950-93C9-E1504D423EE4}" destId="{0956F818-8136-4BA1-97AD-09065B5A363A}" srcOrd="3" destOrd="0" parTransId="{70696999-A8BF-4E13-9A05-6963133A9322}" sibTransId="{E268F7C8-622E-4E15-8757-1C603F92851A}"/>
    <dgm:cxn modelId="{2F44BAB8-E576-48AE-8547-5397EF7D7BEB}" type="presOf" srcId="{8A70098D-2E63-4E12-9D02-0B7296E9B4F8}" destId="{9CCA956A-20F5-4E81-8FF7-E4AC289E7887}" srcOrd="0" destOrd="0" presId="urn:microsoft.com/office/officeart/2005/8/layout/vList3"/>
    <dgm:cxn modelId="{ACACD6EE-F5F4-4658-B9B0-B62D96F701B4}" type="presOf" srcId="{0956F818-8136-4BA1-97AD-09065B5A363A}" destId="{118558AE-849A-4346-9E79-45108F218BF8}" srcOrd="0" destOrd="0" presId="urn:microsoft.com/office/officeart/2005/8/layout/vList3"/>
    <dgm:cxn modelId="{69AEF749-92C2-4B41-91C0-2B19F526C188}" type="presParOf" srcId="{0A15F33F-2667-4D4F-B681-1CB7342CEF77}" destId="{E55EE43E-2341-4FF6-9751-6323E467D1FC}" srcOrd="0" destOrd="0" presId="urn:microsoft.com/office/officeart/2005/8/layout/vList3"/>
    <dgm:cxn modelId="{C36DF542-F2FF-4652-99F0-ACF4627ECB91}" type="presParOf" srcId="{E55EE43E-2341-4FF6-9751-6323E467D1FC}" destId="{034A31EF-0BBA-460C-BFC9-7A8652B66C73}" srcOrd="0" destOrd="0" presId="urn:microsoft.com/office/officeart/2005/8/layout/vList3"/>
    <dgm:cxn modelId="{499C191A-CFDB-4309-9A50-C39E26401A19}" type="presParOf" srcId="{E55EE43E-2341-4FF6-9751-6323E467D1FC}" destId="{9CCA956A-20F5-4E81-8FF7-E4AC289E7887}" srcOrd="1" destOrd="0" presId="urn:microsoft.com/office/officeart/2005/8/layout/vList3"/>
    <dgm:cxn modelId="{B8E496D4-2F79-430A-BD96-B2EC0D7640A4}" type="presParOf" srcId="{0A15F33F-2667-4D4F-B681-1CB7342CEF77}" destId="{A04E307B-C2F0-4462-BF14-ABDDF191E9E6}" srcOrd="1" destOrd="0" presId="urn:microsoft.com/office/officeart/2005/8/layout/vList3"/>
    <dgm:cxn modelId="{06FD316D-1CB3-48CA-ACE3-6CE8F8232C5E}" type="presParOf" srcId="{0A15F33F-2667-4D4F-B681-1CB7342CEF77}" destId="{37E0D6C0-A0A3-4CB0-86EF-E954AE401BD2}" srcOrd="2" destOrd="0" presId="urn:microsoft.com/office/officeart/2005/8/layout/vList3"/>
    <dgm:cxn modelId="{F8F47431-2CA9-4635-A0FA-C325423ADF93}" type="presParOf" srcId="{37E0D6C0-A0A3-4CB0-86EF-E954AE401BD2}" destId="{20CC7A7E-B260-48A0-80AC-0234E1538AC5}" srcOrd="0" destOrd="0" presId="urn:microsoft.com/office/officeart/2005/8/layout/vList3"/>
    <dgm:cxn modelId="{1B9A6BEE-D07D-4D11-86FB-B1EF58580CCD}" type="presParOf" srcId="{37E0D6C0-A0A3-4CB0-86EF-E954AE401BD2}" destId="{3AB56EB4-74E2-4C26-9178-69C18659357B}" srcOrd="1" destOrd="0" presId="urn:microsoft.com/office/officeart/2005/8/layout/vList3"/>
    <dgm:cxn modelId="{E568582A-9C48-46EE-97D8-8411E06ABE6C}" type="presParOf" srcId="{0A15F33F-2667-4D4F-B681-1CB7342CEF77}" destId="{7E3F5AD9-BD78-44F2-9017-D76CB45972C8}" srcOrd="3" destOrd="0" presId="urn:microsoft.com/office/officeart/2005/8/layout/vList3"/>
    <dgm:cxn modelId="{50492883-3CE9-4E0D-8CCD-56D2E977DE42}" type="presParOf" srcId="{0A15F33F-2667-4D4F-B681-1CB7342CEF77}" destId="{8623CD65-DF10-48ED-B249-CF64272EF2C0}" srcOrd="4" destOrd="0" presId="urn:microsoft.com/office/officeart/2005/8/layout/vList3"/>
    <dgm:cxn modelId="{C50F0EB8-F2C4-4F0D-B3ED-95A0F8660159}" type="presParOf" srcId="{8623CD65-DF10-48ED-B249-CF64272EF2C0}" destId="{77997CFC-3095-459B-99D0-EB5872A5C346}" srcOrd="0" destOrd="0" presId="urn:microsoft.com/office/officeart/2005/8/layout/vList3"/>
    <dgm:cxn modelId="{99F04964-0844-4188-9FC0-060320BBB192}" type="presParOf" srcId="{8623CD65-DF10-48ED-B249-CF64272EF2C0}" destId="{3205A79E-68E5-4A10-9FCA-C1B6EEF77E07}" srcOrd="1" destOrd="0" presId="urn:microsoft.com/office/officeart/2005/8/layout/vList3"/>
    <dgm:cxn modelId="{A8B5EB5A-E63D-4A81-84EA-AB679FAA5C7E}" type="presParOf" srcId="{0A15F33F-2667-4D4F-B681-1CB7342CEF77}" destId="{A371D353-A965-4F03-B6D6-5F083E17C0BD}" srcOrd="5" destOrd="0" presId="urn:microsoft.com/office/officeart/2005/8/layout/vList3"/>
    <dgm:cxn modelId="{3DDE193F-2EF6-4CC4-BC77-DFD420C163E4}" type="presParOf" srcId="{0A15F33F-2667-4D4F-B681-1CB7342CEF77}" destId="{2E2BD075-A2BB-4244-9A93-C1BC6FCB06AF}" srcOrd="6" destOrd="0" presId="urn:microsoft.com/office/officeart/2005/8/layout/vList3"/>
    <dgm:cxn modelId="{B04EC981-F750-46DF-9703-96FCD95BB7CA}" type="presParOf" srcId="{2E2BD075-A2BB-4244-9A93-C1BC6FCB06AF}" destId="{9A03EC7D-2467-451B-A132-DA8EA42C23A7}" srcOrd="0" destOrd="0" presId="urn:microsoft.com/office/officeart/2005/8/layout/vList3"/>
    <dgm:cxn modelId="{FA609BE6-EA1B-4F5C-A70E-60B233C8CC2F}" type="presParOf" srcId="{2E2BD075-A2BB-4244-9A93-C1BC6FCB06AF}" destId="{118558AE-849A-4346-9E79-45108F218BF8}"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E487CE-9F67-4B6D-8FAA-A476786B9C78}"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IN"/>
        </a:p>
      </dgm:t>
    </dgm:pt>
    <dgm:pt modelId="{6F6A2811-F843-4DEB-BAD1-B0ADC409FFD4}">
      <dgm:prSet phldrT="[Text]" custT="1"/>
      <dgm:spPr/>
      <dgm:t>
        <a:bodyPr/>
        <a:lstStyle/>
        <a:p>
          <a:r>
            <a:rPr lang="en-US" sz="2800" b="1" dirty="0">
              <a:solidFill>
                <a:schemeClr val="accent1">
                  <a:lumMod val="20000"/>
                  <a:lumOff val="80000"/>
                </a:schemeClr>
              </a:solidFill>
            </a:rPr>
            <a:t>4,000</a:t>
          </a:r>
          <a:br>
            <a:rPr lang="en-US" sz="1800" dirty="0">
              <a:solidFill>
                <a:schemeClr val="accent1">
                  <a:lumMod val="20000"/>
                  <a:lumOff val="80000"/>
                </a:schemeClr>
              </a:solidFill>
            </a:rPr>
          </a:br>
          <a:r>
            <a:rPr lang="en-US" sz="1400" dirty="0">
              <a:solidFill>
                <a:schemeClr val="accent1">
                  <a:lumMod val="20000"/>
                  <a:lumOff val="80000"/>
                </a:schemeClr>
              </a:solidFill>
            </a:rPr>
            <a:t>Farm Records</a:t>
          </a:r>
          <a:endParaRPr lang="en-IN" sz="1800" dirty="0">
            <a:solidFill>
              <a:schemeClr val="accent1">
                <a:lumMod val="20000"/>
                <a:lumOff val="80000"/>
              </a:schemeClr>
            </a:solidFill>
          </a:endParaRPr>
        </a:p>
      </dgm:t>
    </dgm:pt>
    <dgm:pt modelId="{FE1423C8-4133-4FBE-818B-01492FE8263F}" type="parTrans" cxnId="{F99228CA-2496-4A2C-8943-0F59EFB2658B}">
      <dgm:prSet/>
      <dgm:spPr/>
      <dgm:t>
        <a:bodyPr/>
        <a:lstStyle/>
        <a:p>
          <a:endParaRPr lang="en-IN"/>
        </a:p>
      </dgm:t>
    </dgm:pt>
    <dgm:pt modelId="{40DCB111-4E7F-4F8A-AC78-50A8D2031806}" type="sibTrans" cxnId="{F99228CA-2496-4A2C-8943-0F59EFB2658B}">
      <dgm:prSet/>
      <dgm:spPr/>
      <dgm:t>
        <a:bodyPr/>
        <a:lstStyle/>
        <a:p>
          <a:endParaRPr lang="en-IN"/>
        </a:p>
      </dgm:t>
    </dgm:pt>
    <dgm:pt modelId="{534ED296-C5C1-4DB5-9ADC-DBAEE50D6CB6}">
      <dgm:prSet phldrT="[Text]" custT="1"/>
      <dgm:spPr/>
      <dgm:t>
        <a:bodyPr/>
        <a:lstStyle/>
        <a:p>
          <a:r>
            <a:rPr lang="en-US" sz="2800" b="1" dirty="0"/>
            <a:t>28</a:t>
          </a:r>
          <a:br>
            <a:rPr lang="en-US" sz="2100" dirty="0"/>
          </a:br>
          <a:r>
            <a:rPr lang="en-US" sz="1400" dirty="0"/>
            <a:t>Data Columns</a:t>
          </a:r>
          <a:endParaRPr lang="en-IN" sz="2100" dirty="0"/>
        </a:p>
      </dgm:t>
    </dgm:pt>
    <dgm:pt modelId="{CDCAF7B7-62C1-4DDF-BD50-8AE41364C91A}" type="parTrans" cxnId="{95F0AEB6-126D-46C7-9540-9454DABF3131}">
      <dgm:prSet/>
      <dgm:spPr/>
      <dgm:t>
        <a:bodyPr/>
        <a:lstStyle/>
        <a:p>
          <a:endParaRPr lang="en-IN"/>
        </a:p>
      </dgm:t>
    </dgm:pt>
    <dgm:pt modelId="{D51617E7-0382-4832-8D18-743737A32A7F}" type="sibTrans" cxnId="{95F0AEB6-126D-46C7-9540-9454DABF3131}">
      <dgm:prSet/>
      <dgm:spPr/>
      <dgm:t>
        <a:bodyPr/>
        <a:lstStyle/>
        <a:p>
          <a:endParaRPr lang="en-IN"/>
        </a:p>
      </dgm:t>
    </dgm:pt>
    <dgm:pt modelId="{E72A58E7-E16E-4B82-ADFF-DC35677D9CE5}">
      <dgm:prSet phldrT="[Text]" custT="1"/>
      <dgm:spPr/>
      <dgm:t>
        <a:bodyPr/>
        <a:lstStyle/>
        <a:p>
          <a:r>
            <a:rPr lang="en-US" sz="2800" b="1" dirty="0">
              <a:solidFill>
                <a:schemeClr val="accent2">
                  <a:lumMod val="50000"/>
                </a:schemeClr>
              </a:solidFill>
            </a:rPr>
            <a:t>8</a:t>
          </a:r>
          <a:br>
            <a:rPr lang="en-US" sz="2100" dirty="0">
              <a:solidFill>
                <a:schemeClr val="accent2">
                  <a:lumMod val="50000"/>
                </a:schemeClr>
              </a:solidFill>
            </a:rPr>
          </a:br>
          <a:r>
            <a:rPr lang="en-US" sz="1400" dirty="0">
              <a:solidFill>
                <a:schemeClr val="accent2">
                  <a:lumMod val="50000"/>
                </a:schemeClr>
              </a:solidFill>
            </a:rPr>
            <a:t>States Covered</a:t>
          </a:r>
          <a:endParaRPr lang="en-IN" sz="1800" dirty="0">
            <a:solidFill>
              <a:schemeClr val="accent2">
                <a:lumMod val="50000"/>
              </a:schemeClr>
            </a:solidFill>
          </a:endParaRPr>
        </a:p>
      </dgm:t>
    </dgm:pt>
    <dgm:pt modelId="{68F1FDF3-BB28-4365-8EC6-6159353216AA}" type="parTrans" cxnId="{D5492907-C008-49F1-A1BA-066E88E3A060}">
      <dgm:prSet/>
      <dgm:spPr/>
      <dgm:t>
        <a:bodyPr/>
        <a:lstStyle/>
        <a:p>
          <a:endParaRPr lang="en-IN"/>
        </a:p>
      </dgm:t>
    </dgm:pt>
    <dgm:pt modelId="{5EBFFFBC-2C26-46FD-A61F-C6EA140F5BDB}" type="sibTrans" cxnId="{D5492907-C008-49F1-A1BA-066E88E3A060}">
      <dgm:prSet/>
      <dgm:spPr/>
      <dgm:t>
        <a:bodyPr/>
        <a:lstStyle/>
        <a:p>
          <a:endParaRPr lang="en-IN"/>
        </a:p>
      </dgm:t>
    </dgm:pt>
    <dgm:pt modelId="{F15938ED-4179-42E7-8FFC-C8800C533A6B}">
      <dgm:prSet phldrT="[Text]" custT="1"/>
      <dgm:spPr/>
      <dgm:t>
        <a:bodyPr/>
        <a:lstStyle/>
        <a:p>
          <a:r>
            <a:rPr lang="en-US" sz="2800" b="1" dirty="0">
              <a:solidFill>
                <a:schemeClr val="accent2">
                  <a:lumMod val="75000"/>
                </a:schemeClr>
              </a:solidFill>
            </a:rPr>
            <a:t>3</a:t>
          </a:r>
          <a:br>
            <a:rPr lang="en-US" sz="1700" dirty="0">
              <a:solidFill>
                <a:schemeClr val="accent2">
                  <a:lumMod val="75000"/>
                </a:schemeClr>
              </a:solidFill>
            </a:rPr>
          </a:br>
          <a:r>
            <a:rPr lang="en-US" sz="1400" dirty="0">
              <a:solidFill>
                <a:schemeClr val="accent2">
                  <a:lumMod val="75000"/>
                </a:schemeClr>
              </a:solidFill>
            </a:rPr>
            <a:t>Seasons: Kharif, Rabi, Zaid</a:t>
          </a:r>
          <a:endParaRPr lang="en-IN" sz="1400" dirty="0">
            <a:solidFill>
              <a:schemeClr val="accent2">
                <a:lumMod val="75000"/>
              </a:schemeClr>
            </a:solidFill>
          </a:endParaRPr>
        </a:p>
      </dgm:t>
    </dgm:pt>
    <dgm:pt modelId="{70E26171-C05E-4E46-97DD-78CE6AD62E47}" type="parTrans" cxnId="{AA2BDAD3-CF06-4AA0-B512-95041DF33BDB}">
      <dgm:prSet/>
      <dgm:spPr/>
      <dgm:t>
        <a:bodyPr/>
        <a:lstStyle/>
        <a:p>
          <a:endParaRPr lang="en-IN"/>
        </a:p>
      </dgm:t>
    </dgm:pt>
    <dgm:pt modelId="{A72B576D-2972-4399-B3A8-B1D512E32013}" type="sibTrans" cxnId="{AA2BDAD3-CF06-4AA0-B512-95041DF33BDB}">
      <dgm:prSet/>
      <dgm:spPr/>
      <dgm:t>
        <a:bodyPr/>
        <a:lstStyle/>
        <a:p>
          <a:endParaRPr lang="en-IN"/>
        </a:p>
      </dgm:t>
    </dgm:pt>
    <dgm:pt modelId="{5ADD2D31-5815-40EC-A70A-927A76DF9DBD}">
      <dgm:prSet phldrT="[Text]" custT="1"/>
      <dgm:spPr/>
      <dgm:t>
        <a:bodyPr/>
        <a:lstStyle/>
        <a:p>
          <a:r>
            <a:rPr lang="en-US" sz="2800" b="1" dirty="0">
              <a:solidFill>
                <a:schemeClr val="accent2">
                  <a:lumMod val="50000"/>
                </a:schemeClr>
              </a:solidFill>
            </a:rPr>
            <a:t>8</a:t>
          </a:r>
          <a:br>
            <a:rPr lang="en-US" sz="2400" dirty="0">
              <a:solidFill>
                <a:schemeClr val="accent2">
                  <a:lumMod val="50000"/>
                </a:schemeClr>
              </a:solidFill>
            </a:rPr>
          </a:br>
          <a:r>
            <a:rPr lang="en-US" sz="1400" dirty="0">
              <a:solidFill>
                <a:schemeClr val="accent2">
                  <a:lumMod val="50000"/>
                </a:schemeClr>
              </a:solidFill>
            </a:rPr>
            <a:t>Crop Types</a:t>
          </a:r>
          <a:endParaRPr lang="en-IN" sz="1400" dirty="0">
            <a:solidFill>
              <a:schemeClr val="accent2">
                <a:lumMod val="50000"/>
              </a:schemeClr>
            </a:solidFill>
          </a:endParaRPr>
        </a:p>
      </dgm:t>
    </dgm:pt>
    <dgm:pt modelId="{F3B4A27D-8B80-4B26-915D-EEB955B477ED}" type="parTrans" cxnId="{E2D615CF-C773-4920-9293-EC3C2DF6A9FA}">
      <dgm:prSet/>
      <dgm:spPr/>
      <dgm:t>
        <a:bodyPr/>
        <a:lstStyle/>
        <a:p>
          <a:endParaRPr lang="en-IN"/>
        </a:p>
      </dgm:t>
    </dgm:pt>
    <dgm:pt modelId="{D1FE682B-476B-459C-A1EE-6B7E92696E96}" type="sibTrans" cxnId="{E2D615CF-C773-4920-9293-EC3C2DF6A9FA}">
      <dgm:prSet/>
      <dgm:spPr/>
      <dgm:t>
        <a:bodyPr/>
        <a:lstStyle/>
        <a:p>
          <a:endParaRPr lang="en-IN"/>
        </a:p>
      </dgm:t>
    </dgm:pt>
    <dgm:pt modelId="{EAE7961F-2814-4BF9-AE04-89E7959E8FF9}">
      <dgm:prSet phldrT="[Text]" custT="1"/>
      <dgm:spPr/>
      <dgm:t>
        <a:bodyPr/>
        <a:lstStyle/>
        <a:p>
          <a:r>
            <a:rPr lang="en-US" sz="2800" b="1" dirty="0">
              <a:solidFill>
                <a:schemeClr val="bg1"/>
              </a:solidFill>
            </a:rPr>
            <a:t>4</a:t>
          </a:r>
          <a:br>
            <a:rPr lang="en-US" sz="2100" dirty="0">
              <a:solidFill>
                <a:schemeClr val="bg1"/>
              </a:solidFill>
            </a:rPr>
          </a:br>
          <a:r>
            <a:rPr lang="en-US" sz="1400" dirty="0">
              <a:solidFill>
                <a:schemeClr val="bg1"/>
              </a:solidFill>
            </a:rPr>
            <a:t>Irrigation Methods</a:t>
          </a:r>
          <a:endParaRPr lang="en-IN" sz="2100" dirty="0">
            <a:solidFill>
              <a:schemeClr val="bg1"/>
            </a:solidFill>
          </a:endParaRPr>
        </a:p>
      </dgm:t>
    </dgm:pt>
    <dgm:pt modelId="{0C820629-6D2F-45B5-929D-06DCDED906DD}" type="parTrans" cxnId="{C702096F-A7DF-49BC-B082-36C043EF1B25}">
      <dgm:prSet/>
      <dgm:spPr/>
      <dgm:t>
        <a:bodyPr/>
        <a:lstStyle/>
        <a:p>
          <a:endParaRPr lang="en-IN"/>
        </a:p>
      </dgm:t>
    </dgm:pt>
    <dgm:pt modelId="{8DFBB1AF-9DEF-4B4E-8DFC-06930D837094}" type="sibTrans" cxnId="{C702096F-A7DF-49BC-B082-36C043EF1B25}">
      <dgm:prSet/>
      <dgm:spPr/>
      <dgm:t>
        <a:bodyPr/>
        <a:lstStyle/>
        <a:p>
          <a:endParaRPr lang="en-IN"/>
        </a:p>
      </dgm:t>
    </dgm:pt>
    <dgm:pt modelId="{748BD7D6-91E7-46A9-BD45-1EEE3D9EDB08}" type="pres">
      <dgm:prSet presAssocID="{CEE487CE-9F67-4B6D-8FAA-A476786B9C78}" presName="diagram" presStyleCnt="0">
        <dgm:presLayoutVars>
          <dgm:dir/>
          <dgm:resizeHandles val="exact"/>
        </dgm:presLayoutVars>
      </dgm:prSet>
      <dgm:spPr/>
    </dgm:pt>
    <dgm:pt modelId="{4738D899-A57B-466F-A93B-287D5410684A}" type="pres">
      <dgm:prSet presAssocID="{6F6A2811-F843-4DEB-BAD1-B0ADC409FFD4}" presName="node" presStyleLbl="node1" presStyleIdx="0" presStyleCnt="6">
        <dgm:presLayoutVars>
          <dgm:bulletEnabled val="1"/>
        </dgm:presLayoutVars>
      </dgm:prSet>
      <dgm:spPr>
        <a:prstGeom prst="roundRect">
          <a:avLst/>
        </a:prstGeom>
      </dgm:spPr>
    </dgm:pt>
    <dgm:pt modelId="{3E44E4EB-D718-4858-8B66-6DAC47FDC706}" type="pres">
      <dgm:prSet presAssocID="{40DCB111-4E7F-4F8A-AC78-50A8D2031806}" presName="sibTrans" presStyleCnt="0"/>
      <dgm:spPr/>
    </dgm:pt>
    <dgm:pt modelId="{B7A4B1B3-E652-4E90-AA99-268E28540E34}" type="pres">
      <dgm:prSet presAssocID="{534ED296-C5C1-4DB5-9ADC-DBAEE50D6CB6}" presName="node" presStyleLbl="node1" presStyleIdx="1" presStyleCnt="6">
        <dgm:presLayoutVars>
          <dgm:bulletEnabled val="1"/>
        </dgm:presLayoutVars>
      </dgm:prSet>
      <dgm:spPr>
        <a:prstGeom prst="roundRect">
          <a:avLst/>
        </a:prstGeom>
      </dgm:spPr>
    </dgm:pt>
    <dgm:pt modelId="{A5D6569A-5AF5-435B-BA29-3E29C2505023}" type="pres">
      <dgm:prSet presAssocID="{D51617E7-0382-4832-8D18-743737A32A7F}" presName="sibTrans" presStyleCnt="0"/>
      <dgm:spPr/>
    </dgm:pt>
    <dgm:pt modelId="{A230DE94-F3A2-4794-971F-248315D4B33B}" type="pres">
      <dgm:prSet presAssocID="{E72A58E7-E16E-4B82-ADFF-DC35677D9CE5}" presName="node" presStyleLbl="node1" presStyleIdx="2" presStyleCnt="6">
        <dgm:presLayoutVars>
          <dgm:bulletEnabled val="1"/>
        </dgm:presLayoutVars>
      </dgm:prSet>
      <dgm:spPr>
        <a:prstGeom prst="roundRect">
          <a:avLst/>
        </a:prstGeom>
      </dgm:spPr>
    </dgm:pt>
    <dgm:pt modelId="{DDA0D8C7-91B9-4C86-966D-B74637BFD101}" type="pres">
      <dgm:prSet presAssocID="{5EBFFFBC-2C26-46FD-A61F-C6EA140F5BDB}" presName="sibTrans" presStyleCnt="0"/>
      <dgm:spPr/>
    </dgm:pt>
    <dgm:pt modelId="{98346ECB-4218-42C2-BADB-4637F1DEC029}" type="pres">
      <dgm:prSet presAssocID="{F15938ED-4179-42E7-8FFC-C8800C533A6B}" presName="node" presStyleLbl="node1" presStyleIdx="3" presStyleCnt="6">
        <dgm:presLayoutVars>
          <dgm:bulletEnabled val="1"/>
        </dgm:presLayoutVars>
      </dgm:prSet>
      <dgm:spPr>
        <a:prstGeom prst="roundRect">
          <a:avLst/>
        </a:prstGeom>
      </dgm:spPr>
    </dgm:pt>
    <dgm:pt modelId="{27C0A0AA-3A65-49CA-8CF1-784FDD20B7D3}" type="pres">
      <dgm:prSet presAssocID="{A72B576D-2972-4399-B3A8-B1D512E32013}" presName="sibTrans" presStyleCnt="0"/>
      <dgm:spPr/>
    </dgm:pt>
    <dgm:pt modelId="{554DDF7B-9277-4529-A466-F70CD85311F6}" type="pres">
      <dgm:prSet presAssocID="{5ADD2D31-5815-40EC-A70A-927A76DF9DBD}" presName="node" presStyleLbl="node1" presStyleIdx="4" presStyleCnt="6">
        <dgm:presLayoutVars>
          <dgm:bulletEnabled val="1"/>
        </dgm:presLayoutVars>
      </dgm:prSet>
      <dgm:spPr>
        <a:prstGeom prst="roundRect">
          <a:avLst/>
        </a:prstGeom>
      </dgm:spPr>
    </dgm:pt>
    <dgm:pt modelId="{0D82201C-6D36-4240-9A54-B5E8D6EE58E2}" type="pres">
      <dgm:prSet presAssocID="{D1FE682B-476B-459C-A1EE-6B7E92696E96}" presName="sibTrans" presStyleCnt="0"/>
      <dgm:spPr/>
    </dgm:pt>
    <dgm:pt modelId="{E50C05B6-4634-49FD-9A2C-EA6B136B8EE5}" type="pres">
      <dgm:prSet presAssocID="{EAE7961F-2814-4BF9-AE04-89E7959E8FF9}" presName="node" presStyleLbl="node1" presStyleIdx="5" presStyleCnt="6">
        <dgm:presLayoutVars>
          <dgm:bulletEnabled val="1"/>
        </dgm:presLayoutVars>
      </dgm:prSet>
      <dgm:spPr>
        <a:prstGeom prst="roundRect">
          <a:avLst/>
        </a:prstGeom>
      </dgm:spPr>
    </dgm:pt>
  </dgm:ptLst>
  <dgm:cxnLst>
    <dgm:cxn modelId="{C8E32707-6B22-4FFB-BDF4-BFB7F90949CA}" type="presOf" srcId="{6F6A2811-F843-4DEB-BAD1-B0ADC409FFD4}" destId="{4738D899-A57B-466F-A93B-287D5410684A}" srcOrd="0" destOrd="0" presId="urn:microsoft.com/office/officeart/2005/8/layout/default"/>
    <dgm:cxn modelId="{D5492907-C008-49F1-A1BA-066E88E3A060}" srcId="{CEE487CE-9F67-4B6D-8FAA-A476786B9C78}" destId="{E72A58E7-E16E-4B82-ADFF-DC35677D9CE5}" srcOrd="2" destOrd="0" parTransId="{68F1FDF3-BB28-4365-8EC6-6159353216AA}" sibTransId="{5EBFFFBC-2C26-46FD-A61F-C6EA140F5BDB}"/>
    <dgm:cxn modelId="{1B9A7515-FA28-4115-8486-8F66EF52FC42}" type="presOf" srcId="{CEE487CE-9F67-4B6D-8FAA-A476786B9C78}" destId="{748BD7D6-91E7-46A9-BD45-1EEE3D9EDB08}" srcOrd="0" destOrd="0" presId="urn:microsoft.com/office/officeart/2005/8/layout/default"/>
    <dgm:cxn modelId="{C702096F-A7DF-49BC-B082-36C043EF1B25}" srcId="{CEE487CE-9F67-4B6D-8FAA-A476786B9C78}" destId="{EAE7961F-2814-4BF9-AE04-89E7959E8FF9}" srcOrd="5" destOrd="0" parTransId="{0C820629-6D2F-45B5-929D-06DCDED906DD}" sibTransId="{8DFBB1AF-9DEF-4B4E-8DFC-06930D837094}"/>
    <dgm:cxn modelId="{A330D37A-232B-422E-8919-1884A6B9DB66}" type="presOf" srcId="{5ADD2D31-5815-40EC-A70A-927A76DF9DBD}" destId="{554DDF7B-9277-4529-A466-F70CD85311F6}" srcOrd="0" destOrd="0" presId="urn:microsoft.com/office/officeart/2005/8/layout/default"/>
    <dgm:cxn modelId="{6CCAA6A6-6AA7-4EEF-A653-08A1B276BCFF}" type="presOf" srcId="{EAE7961F-2814-4BF9-AE04-89E7959E8FF9}" destId="{E50C05B6-4634-49FD-9A2C-EA6B136B8EE5}" srcOrd="0" destOrd="0" presId="urn:microsoft.com/office/officeart/2005/8/layout/default"/>
    <dgm:cxn modelId="{73FC43A9-CFFB-44DE-812E-8D266E596639}" type="presOf" srcId="{F15938ED-4179-42E7-8FFC-C8800C533A6B}" destId="{98346ECB-4218-42C2-BADB-4637F1DEC029}" srcOrd="0" destOrd="0" presId="urn:microsoft.com/office/officeart/2005/8/layout/default"/>
    <dgm:cxn modelId="{95F0AEB6-126D-46C7-9540-9454DABF3131}" srcId="{CEE487CE-9F67-4B6D-8FAA-A476786B9C78}" destId="{534ED296-C5C1-4DB5-9ADC-DBAEE50D6CB6}" srcOrd="1" destOrd="0" parTransId="{CDCAF7B7-62C1-4DDF-BD50-8AE41364C91A}" sibTransId="{D51617E7-0382-4832-8D18-743737A32A7F}"/>
    <dgm:cxn modelId="{6C089CBF-7706-4B2C-A987-72AD7095086F}" type="presOf" srcId="{E72A58E7-E16E-4B82-ADFF-DC35677D9CE5}" destId="{A230DE94-F3A2-4794-971F-248315D4B33B}" srcOrd="0" destOrd="0" presId="urn:microsoft.com/office/officeart/2005/8/layout/default"/>
    <dgm:cxn modelId="{F99228CA-2496-4A2C-8943-0F59EFB2658B}" srcId="{CEE487CE-9F67-4B6D-8FAA-A476786B9C78}" destId="{6F6A2811-F843-4DEB-BAD1-B0ADC409FFD4}" srcOrd="0" destOrd="0" parTransId="{FE1423C8-4133-4FBE-818B-01492FE8263F}" sibTransId="{40DCB111-4E7F-4F8A-AC78-50A8D2031806}"/>
    <dgm:cxn modelId="{E2D615CF-C773-4920-9293-EC3C2DF6A9FA}" srcId="{CEE487CE-9F67-4B6D-8FAA-A476786B9C78}" destId="{5ADD2D31-5815-40EC-A70A-927A76DF9DBD}" srcOrd="4" destOrd="0" parTransId="{F3B4A27D-8B80-4B26-915D-EEB955B477ED}" sibTransId="{D1FE682B-476B-459C-A1EE-6B7E92696E96}"/>
    <dgm:cxn modelId="{AA2BDAD3-CF06-4AA0-B512-95041DF33BDB}" srcId="{CEE487CE-9F67-4B6D-8FAA-A476786B9C78}" destId="{F15938ED-4179-42E7-8FFC-C8800C533A6B}" srcOrd="3" destOrd="0" parTransId="{70E26171-C05E-4E46-97DD-78CE6AD62E47}" sibTransId="{A72B576D-2972-4399-B3A8-B1D512E32013}"/>
    <dgm:cxn modelId="{6B9057FD-6436-434E-8955-A6BBDB1A5C8C}" type="presOf" srcId="{534ED296-C5C1-4DB5-9ADC-DBAEE50D6CB6}" destId="{B7A4B1B3-E652-4E90-AA99-268E28540E34}" srcOrd="0" destOrd="0" presId="urn:microsoft.com/office/officeart/2005/8/layout/default"/>
    <dgm:cxn modelId="{100558C8-8F03-46E9-967E-D96616699DCE}" type="presParOf" srcId="{748BD7D6-91E7-46A9-BD45-1EEE3D9EDB08}" destId="{4738D899-A57B-466F-A93B-287D5410684A}" srcOrd="0" destOrd="0" presId="urn:microsoft.com/office/officeart/2005/8/layout/default"/>
    <dgm:cxn modelId="{5C4AE645-C342-4E68-A787-3BA14A5008FD}" type="presParOf" srcId="{748BD7D6-91E7-46A9-BD45-1EEE3D9EDB08}" destId="{3E44E4EB-D718-4858-8B66-6DAC47FDC706}" srcOrd="1" destOrd="0" presId="urn:microsoft.com/office/officeart/2005/8/layout/default"/>
    <dgm:cxn modelId="{2B39D18B-A3BD-471E-9E6D-9A3F9EEB8169}" type="presParOf" srcId="{748BD7D6-91E7-46A9-BD45-1EEE3D9EDB08}" destId="{B7A4B1B3-E652-4E90-AA99-268E28540E34}" srcOrd="2" destOrd="0" presId="urn:microsoft.com/office/officeart/2005/8/layout/default"/>
    <dgm:cxn modelId="{AAE48BCA-CE55-436C-BDA2-414B3C410DF0}" type="presParOf" srcId="{748BD7D6-91E7-46A9-BD45-1EEE3D9EDB08}" destId="{A5D6569A-5AF5-435B-BA29-3E29C2505023}" srcOrd="3" destOrd="0" presId="urn:microsoft.com/office/officeart/2005/8/layout/default"/>
    <dgm:cxn modelId="{4F907721-C849-4A3F-BD4F-EA5D17DE7291}" type="presParOf" srcId="{748BD7D6-91E7-46A9-BD45-1EEE3D9EDB08}" destId="{A230DE94-F3A2-4794-971F-248315D4B33B}" srcOrd="4" destOrd="0" presId="urn:microsoft.com/office/officeart/2005/8/layout/default"/>
    <dgm:cxn modelId="{92766FAA-66AF-4DC6-AD6F-4245D709AF38}" type="presParOf" srcId="{748BD7D6-91E7-46A9-BD45-1EEE3D9EDB08}" destId="{DDA0D8C7-91B9-4C86-966D-B74637BFD101}" srcOrd="5" destOrd="0" presId="urn:microsoft.com/office/officeart/2005/8/layout/default"/>
    <dgm:cxn modelId="{17DFB07A-44E6-405E-B08C-A47CD9E3A149}" type="presParOf" srcId="{748BD7D6-91E7-46A9-BD45-1EEE3D9EDB08}" destId="{98346ECB-4218-42C2-BADB-4637F1DEC029}" srcOrd="6" destOrd="0" presId="urn:microsoft.com/office/officeart/2005/8/layout/default"/>
    <dgm:cxn modelId="{5C97863F-207F-4B7F-B916-E10B376B2C12}" type="presParOf" srcId="{748BD7D6-91E7-46A9-BD45-1EEE3D9EDB08}" destId="{27C0A0AA-3A65-49CA-8CF1-784FDD20B7D3}" srcOrd="7" destOrd="0" presId="urn:microsoft.com/office/officeart/2005/8/layout/default"/>
    <dgm:cxn modelId="{43379683-E4F6-4135-BAE0-E09858E2CD68}" type="presParOf" srcId="{748BD7D6-91E7-46A9-BD45-1EEE3D9EDB08}" destId="{554DDF7B-9277-4529-A466-F70CD85311F6}" srcOrd="8" destOrd="0" presId="urn:microsoft.com/office/officeart/2005/8/layout/default"/>
    <dgm:cxn modelId="{45E1B372-1905-4E88-8479-E1E4F191813F}" type="presParOf" srcId="{748BD7D6-91E7-46A9-BD45-1EEE3D9EDB08}" destId="{0D82201C-6D36-4240-9A54-B5E8D6EE58E2}" srcOrd="9" destOrd="0" presId="urn:microsoft.com/office/officeart/2005/8/layout/default"/>
    <dgm:cxn modelId="{271D6EDB-ED32-4ED7-AD2A-11DC2F227C3F}" type="presParOf" srcId="{748BD7D6-91E7-46A9-BD45-1EEE3D9EDB08}" destId="{E50C05B6-4634-49FD-9A2C-EA6B136B8EE5}"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2E0CAD-5BDC-4F32-B933-02A861CB4145}" type="doc">
      <dgm:prSet loTypeId="urn:microsoft.com/office/officeart/2008/layout/SquareAccentList" loCatId="list" qsTypeId="urn:microsoft.com/office/officeart/2005/8/quickstyle/simple1" qsCatId="simple" csTypeId="urn:microsoft.com/office/officeart/2005/8/colors/accent2_4" csCatId="accent2" phldr="1"/>
      <dgm:spPr/>
      <dgm:t>
        <a:bodyPr/>
        <a:lstStyle/>
        <a:p>
          <a:endParaRPr lang="en-IN"/>
        </a:p>
      </dgm:t>
    </dgm:pt>
    <dgm:pt modelId="{01970B20-3F0C-456F-A9BC-AEE1F0CC6EBC}">
      <dgm:prSet phldrT="[Text]" custT="1"/>
      <dgm:spPr/>
      <dgm:t>
        <a:bodyPr/>
        <a:lstStyle/>
        <a:p>
          <a:r>
            <a:rPr lang="en-US" sz="1600" dirty="0">
              <a:solidFill>
                <a:schemeClr val="accent2">
                  <a:lumMod val="50000"/>
                </a:schemeClr>
              </a:solidFill>
            </a:rPr>
            <a:t>Explore, clean and prepare the seasonal dataset</a:t>
          </a:r>
          <a:endParaRPr lang="en-IN" sz="1600" dirty="0">
            <a:solidFill>
              <a:schemeClr val="accent2">
                <a:lumMod val="50000"/>
              </a:schemeClr>
            </a:solidFill>
          </a:endParaRPr>
        </a:p>
      </dgm:t>
    </dgm:pt>
    <dgm:pt modelId="{14B4DB7A-7D47-4A2D-AE15-A1A5D9181382}" type="parTrans" cxnId="{CAC9DECC-56D8-4D24-B046-4D91BCCB9EB9}">
      <dgm:prSet/>
      <dgm:spPr/>
      <dgm:t>
        <a:bodyPr/>
        <a:lstStyle/>
        <a:p>
          <a:endParaRPr lang="en-IN"/>
        </a:p>
      </dgm:t>
    </dgm:pt>
    <dgm:pt modelId="{B8E34C39-28C9-49CB-9850-4BA3748789E9}" type="sibTrans" cxnId="{CAC9DECC-56D8-4D24-B046-4D91BCCB9EB9}">
      <dgm:prSet/>
      <dgm:spPr/>
      <dgm:t>
        <a:bodyPr/>
        <a:lstStyle/>
        <a:p>
          <a:endParaRPr lang="en-IN"/>
        </a:p>
      </dgm:t>
    </dgm:pt>
    <dgm:pt modelId="{872A8145-7059-4D15-B3E1-6B298AF9EA13}">
      <dgm:prSet phldrT="[Text]" custT="1"/>
      <dgm:spPr/>
      <dgm:t>
        <a:bodyPr/>
        <a:lstStyle/>
        <a:p>
          <a:r>
            <a:rPr lang="en-US" sz="1600" dirty="0">
              <a:solidFill>
                <a:schemeClr val="accent2">
                  <a:lumMod val="50000"/>
                </a:schemeClr>
              </a:solidFill>
            </a:rPr>
            <a:t>Examine how performance varies across seasons</a:t>
          </a:r>
          <a:endParaRPr lang="en-IN" sz="1600" dirty="0">
            <a:solidFill>
              <a:schemeClr val="accent2">
                <a:lumMod val="50000"/>
              </a:schemeClr>
            </a:solidFill>
          </a:endParaRPr>
        </a:p>
      </dgm:t>
    </dgm:pt>
    <dgm:pt modelId="{E2E8C30C-932D-4464-A7CC-840772F20A70}" type="parTrans" cxnId="{1DE660BF-BBDF-4EA8-8958-7129A1F6C6E8}">
      <dgm:prSet/>
      <dgm:spPr/>
      <dgm:t>
        <a:bodyPr/>
        <a:lstStyle/>
        <a:p>
          <a:endParaRPr lang="en-IN"/>
        </a:p>
      </dgm:t>
    </dgm:pt>
    <dgm:pt modelId="{DB00D02E-CE0B-4168-A5F9-C374C2A3B334}" type="sibTrans" cxnId="{1DE660BF-BBDF-4EA8-8958-7129A1F6C6E8}">
      <dgm:prSet/>
      <dgm:spPr/>
      <dgm:t>
        <a:bodyPr/>
        <a:lstStyle/>
        <a:p>
          <a:endParaRPr lang="en-IN"/>
        </a:p>
      </dgm:t>
    </dgm:pt>
    <dgm:pt modelId="{61B3BCAD-E537-465F-B7F8-9BAD6C5D54EF}">
      <dgm:prSet phldrT="[Text]" custT="1"/>
      <dgm:spPr/>
      <dgm:t>
        <a:bodyPr/>
        <a:lstStyle/>
        <a:p>
          <a:r>
            <a:rPr lang="en-US" sz="1600" dirty="0">
              <a:solidFill>
                <a:schemeClr val="accent2">
                  <a:lumMod val="50000"/>
                </a:schemeClr>
              </a:solidFill>
            </a:rPr>
            <a:t>Identify seasonal patterns, trends and relationships</a:t>
          </a:r>
          <a:endParaRPr lang="en-IN" sz="1600" dirty="0">
            <a:solidFill>
              <a:schemeClr val="accent2">
                <a:lumMod val="50000"/>
              </a:schemeClr>
            </a:solidFill>
          </a:endParaRPr>
        </a:p>
      </dgm:t>
    </dgm:pt>
    <dgm:pt modelId="{3752AE65-967B-41D8-AFD5-50F2252F9A6E}" type="parTrans" cxnId="{43C0EA71-12F0-4A48-AAE3-8221619D4A2D}">
      <dgm:prSet/>
      <dgm:spPr/>
      <dgm:t>
        <a:bodyPr/>
        <a:lstStyle/>
        <a:p>
          <a:endParaRPr lang="en-IN"/>
        </a:p>
      </dgm:t>
    </dgm:pt>
    <dgm:pt modelId="{EBC5570E-8B85-4D69-B6EE-3D31007492F2}" type="sibTrans" cxnId="{43C0EA71-12F0-4A48-AAE3-8221619D4A2D}">
      <dgm:prSet/>
      <dgm:spPr/>
      <dgm:t>
        <a:bodyPr/>
        <a:lstStyle/>
        <a:p>
          <a:endParaRPr lang="en-IN"/>
        </a:p>
      </dgm:t>
    </dgm:pt>
    <dgm:pt modelId="{81D68A07-D1D7-48E4-B2E4-2AE651EBA571}">
      <dgm:prSet phldrT="[Text]" custT="1"/>
      <dgm:spPr/>
      <dgm:t>
        <a:bodyPr/>
        <a:lstStyle/>
        <a:p>
          <a:r>
            <a:rPr lang="en-US" sz="1600" dirty="0">
              <a:solidFill>
                <a:schemeClr val="accent2">
                  <a:lumMod val="50000"/>
                </a:schemeClr>
              </a:solidFill>
            </a:rPr>
            <a:t>Compare yield, resource use and profitability by season</a:t>
          </a:r>
          <a:endParaRPr lang="en-IN" sz="1600" dirty="0">
            <a:solidFill>
              <a:schemeClr val="accent2">
                <a:lumMod val="50000"/>
              </a:schemeClr>
            </a:solidFill>
          </a:endParaRPr>
        </a:p>
      </dgm:t>
    </dgm:pt>
    <dgm:pt modelId="{3B7281AA-3F56-4121-9B03-F9DF902C098C}" type="parTrans" cxnId="{18AF452D-36A1-4560-B114-E0E154AD2338}">
      <dgm:prSet/>
      <dgm:spPr/>
      <dgm:t>
        <a:bodyPr/>
        <a:lstStyle/>
        <a:p>
          <a:endParaRPr lang="en-IN"/>
        </a:p>
      </dgm:t>
    </dgm:pt>
    <dgm:pt modelId="{5C5D0F0B-603D-4258-A4F2-282649BF5AF0}" type="sibTrans" cxnId="{18AF452D-36A1-4560-B114-E0E154AD2338}">
      <dgm:prSet/>
      <dgm:spPr/>
      <dgm:t>
        <a:bodyPr/>
        <a:lstStyle/>
        <a:p>
          <a:endParaRPr lang="en-IN"/>
        </a:p>
      </dgm:t>
    </dgm:pt>
    <dgm:pt modelId="{395505BF-A7F3-44F6-85ED-0C9FD795D63D}">
      <dgm:prSet phldrT="[Text]" custT="1"/>
      <dgm:spPr/>
      <dgm:t>
        <a:bodyPr/>
        <a:lstStyle/>
        <a:p>
          <a:r>
            <a:rPr lang="en-US" sz="1600" dirty="0">
              <a:solidFill>
                <a:schemeClr val="accent2">
                  <a:lumMod val="50000"/>
                </a:schemeClr>
              </a:solidFill>
            </a:rPr>
            <a:t>Apply statistical tests and visualization techniques</a:t>
          </a:r>
          <a:endParaRPr lang="en-IN" sz="1600" dirty="0">
            <a:solidFill>
              <a:schemeClr val="accent2">
                <a:lumMod val="50000"/>
              </a:schemeClr>
            </a:solidFill>
          </a:endParaRPr>
        </a:p>
      </dgm:t>
    </dgm:pt>
    <dgm:pt modelId="{C18D8E61-93E8-40D7-AD28-9BD8AF975588}" type="parTrans" cxnId="{CDAEBBF0-BCA2-49E5-BE6F-DEFF05AD447B}">
      <dgm:prSet/>
      <dgm:spPr/>
      <dgm:t>
        <a:bodyPr/>
        <a:lstStyle/>
        <a:p>
          <a:endParaRPr lang="en-IN"/>
        </a:p>
      </dgm:t>
    </dgm:pt>
    <dgm:pt modelId="{E3CE14DB-555F-4F82-8585-0781BBCEC5F3}" type="sibTrans" cxnId="{CDAEBBF0-BCA2-49E5-BE6F-DEFF05AD447B}">
      <dgm:prSet/>
      <dgm:spPr/>
      <dgm:t>
        <a:bodyPr/>
        <a:lstStyle/>
        <a:p>
          <a:endParaRPr lang="en-IN"/>
        </a:p>
      </dgm:t>
    </dgm:pt>
    <dgm:pt modelId="{88693F8E-5A07-4ED4-A4D2-B930E6431AA4}">
      <dgm:prSet phldrT="[Text]" custT="1"/>
      <dgm:spPr/>
      <dgm:t>
        <a:bodyPr/>
        <a:lstStyle/>
        <a:p>
          <a:r>
            <a:rPr lang="en-US" sz="1600" dirty="0">
              <a:solidFill>
                <a:schemeClr val="accent2">
                  <a:lumMod val="50000"/>
                </a:schemeClr>
              </a:solidFill>
            </a:rPr>
            <a:t>Turn evidence into data-driven recommendations</a:t>
          </a:r>
          <a:endParaRPr lang="en-IN" sz="1600" dirty="0">
            <a:solidFill>
              <a:schemeClr val="accent2">
                <a:lumMod val="50000"/>
              </a:schemeClr>
            </a:solidFill>
          </a:endParaRPr>
        </a:p>
      </dgm:t>
    </dgm:pt>
    <dgm:pt modelId="{6783405E-3735-4B01-902B-95FB30E5BF92}" type="parTrans" cxnId="{1F86C17B-8639-45AD-AE59-855272BD3A67}">
      <dgm:prSet/>
      <dgm:spPr/>
      <dgm:t>
        <a:bodyPr/>
        <a:lstStyle/>
        <a:p>
          <a:endParaRPr lang="en-IN"/>
        </a:p>
      </dgm:t>
    </dgm:pt>
    <dgm:pt modelId="{DD6D5D26-D7BA-4F4A-B146-BAB8AC39E213}" type="sibTrans" cxnId="{1F86C17B-8639-45AD-AE59-855272BD3A67}">
      <dgm:prSet/>
      <dgm:spPr/>
      <dgm:t>
        <a:bodyPr/>
        <a:lstStyle/>
        <a:p>
          <a:endParaRPr lang="en-IN"/>
        </a:p>
      </dgm:t>
    </dgm:pt>
    <dgm:pt modelId="{3C837E3B-EC33-4E11-AF23-5A43B159323A}">
      <dgm:prSet phldrT="[Text]" custT="1"/>
      <dgm:spPr/>
      <dgm:t>
        <a:bodyPr/>
        <a:lstStyle/>
        <a:p>
          <a:r>
            <a:rPr lang="en-US" sz="1800" b="1" dirty="0">
              <a:solidFill>
                <a:schemeClr val="accent2">
                  <a:lumMod val="20000"/>
                  <a:lumOff val="80000"/>
                </a:schemeClr>
              </a:solidFill>
            </a:rPr>
            <a:t>Project Objectives</a:t>
          </a:r>
          <a:endParaRPr lang="en-IN" sz="1800" b="1" dirty="0">
            <a:solidFill>
              <a:schemeClr val="accent2">
                <a:lumMod val="20000"/>
                <a:lumOff val="80000"/>
              </a:schemeClr>
            </a:solidFill>
          </a:endParaRPr>
        </a:p>
      </dgm:t>
    </dgm:pt>
    <dgm:pt modelId="{2083A96E-2CBE-4AD2-9472-CC4E33C978A2}" type="sibTrans" cxnId="{89BABBCE-759B-49F1-9580-968C5934E942}">
      <dgm:prSet/>
      <dgm:spPr/>
      <dgm:t>
        <a:bodyPr/>
        <a:lstStyle/>
        <a:p>
          <a:endParaRPr lang="en-IN"/>
        </a:p>
      </dgm:t>
    </dgm:pt>
    <dgm:pt modelId="{B3A3F63F-0B2D-4C33-AD68-B479695079C5}" type="parTrans" cxnId="{89BABBCE-759B-49F1-9580-968C5934E942}">
      <dgm:prSet/>
      <dgm:spPr/>
      <dgm:t>
        <a:bodyPr/>
        <a:lstStyle/>
        <a:p>
          <a:endParaRPr lang="en-IN"/>
        </a:p>
      </dgm:t>
    </dgm:pt>
    <dgm:pt modelId="{9A1377B0-78BA-48C7-8D8E-88716F8922E8}" type="pres">
      <dgm:prSet presAssocID="{952E0CAD-5BDC-4F32-B933-02A861CB4145}" presName="layout" presStyleCnt="0">
        <dgm:presLayoutVars>
          <dgm:chMax/>
          <dgm:chPref/>
          <dgm:dir/>
          <dgm:resizeHandles/>
        </dgm:presLayoutVars>
      </dgm:prSet>
      <dgm:spPr/>
    </dgm:pt>
    <dgm:pt modelId="{46336397-13DD-49DD-BB63-1CB5D49B4C1E}" type="pres">
      <dgm:prSet presAssocID="{3C837E3B-EC33-4E11-AF23-5A43B159323A}" presName="root" presStyleCnt="0">
        <dgm:presLayoutVars>
          <dgm:chMax/>
          <dgm:chPref/>
        </dgm:presLayoutVars>
      </dgm:prSet>
      <dgm:spPr/>
    </dgm:pt>
    <dgm:pt modelId="{41D63498-953A-4D4F-B46E-6ED66D06B4CF}" type="pres">
      <dgm:prSet presAssocID="{3C837E3B-EC33-4E11-AF23-5A43B159323A}" presName="rootComposite" presStyleCnt="0">
        <dgm:presLayoutVars/>
      </dgm:prSet>
      <dgm:spPr/>
    </dgm:pt>
    <dgm:pt modelId="{41522849-D0C4-479F-B3C6-F31B4DEA8E7C}" type="pres">
      <dgm:prSet presAssocID="{3C837E3B-EC33-4E11-AF23-5A43B159323A}" presName="ParentAccent" presStyleLbl="alignNode1" presStyleIdx="0" presStyleCnt="1" custScaleY="124356"/>
      <dgm:spPr/>
    </dgm:pt>
    <dgm:pt modelId="{45D08E62-BA16-4F7F-AF9F-32D2886B9546}" type="pres">
      <dgm:prSet presAssocID="{3C837E3B-EC33-4E11-AF23-5A43B159323A}" presName="ParentSmallAccent" presStyleLbl="fgAcc1" presStyleIdx="0" presStyleCnt="1"/>
      <dgm:spPr/>
    </dgm:pt>
    <dgm:pt modelId="{17F9042D-0C1D-4791-8B8C-04F474D9AB57}" type="pres">
      <dgm:prSet presAssocID="{3C837E3B-EC33-4E11-AF23-5A43B159323A}" presName="Parent" presStyleLbl="revTx" presStyleIdx="0" presStyleCnt="7" custLinFactNeighborX="8631" custLinFactNeighborY="86442">
        <dgm:presLayoutVars>
          <dgm:chMax/>
          <dgm:chPref val="4"/>
          <dgm:bulletEnabled val="1"/>
        </dgm:presLayoutVars>
      </dgm:prSet>
      <dgm:spPr/>
    </dgm:pt>
    <dgm:pt modelId="{9994A9A4-037F-4750-AB54-3D1DF442383D}" type="pres">
      <dgm:prSet presAssocID="{3C837E3B-EC33-4E11-AF23-5A43B159323A}" presName="childShape" presStyleCnt="0">
        <dgm:presLayoutVars>
          <dgm:chMax val="0"/>
          <dgm:chPref val="0"/>
        </dgm:presLayoutVars>
      </dgm:prSet>
      <dgm:spPr/>
    </dgm:pt>
    <dgm:pt modelId="{E578D821-9A45-4071-AD29-8D67EC4677DC}" type="pres">
      <dgm:prSet presAssocID="{01970B20-3F0C-456F-A9BC-AEE1F0CC6EBC}" presName="childComposite" presStyleCnt="0">
        <dgm:presLayoutVars>
          <dgm:chMax val="0"/>
          <dgm:chPref val="0"/>
        </dgm:presLayoutVars>
      </dgm:prSet>
      <dgm:spPr/>
    </dgm:pt>
    <dgm:pt modelId="{4B729124-B6AE-4815-AFAF-5AD184BA1040}" type="pres">
      <dgm:prSet presAssocID="{01970B20-3F0C-456F-A9BC-AEE1F0CC6EBC}" presName="ChildAccent" presStyleLbl="solidFgAcc1" presStyleIdx="0" presStyleCnt="6"/>
      <dgm:spPr/>
    </dgm:pt>
    <dgm:pt modelId="{1C8ACC35-0762-4BE2-9473-5FABF9EE56FF}" type="pres">
      <dgm:prSet presAssocID="{01970B20-3F0C-456F-A9BC-AEE1F0CC6EBC}" presName="Child" presStyleLbl="revTx" presStyleIdx="1" presStyleCnt="7">
        <dgm:presLayoutVars>
          <dgm:chMax val="0"/>
          <dgm:chPref val="0"/>
          <dgm:bulletEnabled val="1"/>
        </dgm:presLayoutVars>
      </dgm:prSet>
      <dgm:spPr/>
    </dgm:pt>
    <dgm:pt modelId="{2DB0AF27-D851-4F2E-9E04-451A76ACAC2F}" type="pres">
      <dgm:prSet presAssocID="{872A8145-7059-4D15-B3E1-6B298AF9EA13}" presName="childComposite" presStyleCnt="0">
        <dgm:presLayoutVars>
          <dgm:chMax val="0"/>
          <dgm:chPref val="0"/>
        </dgm:presLayoutVars>
      </dgm:prSet>
      <dgm:spPr/>
    </dgm:pt>
    <dgm:pt modelId="{C00687ED-EDDF-4633-A1DF-84F773FB2705}" type="pres">
      <dgm:prSet presAssocID="{872A8145-7059-4D15-B3E1-6B298AF9EA13}" presName="ChildAccent" presStyleLbl="solidFgAcc1" presStyleIdx="1" presStyleCnt="6"/>
      <dgm:spPr/>
    </dgm:pt>
    <dgm:pt modelId="{006FE85F-DC1D-4FC6-9488-BFDE8B997F3E}" type="pres">
      <dgm:prSet presAssocID="{872A8145-7059-4D15-B3E1-6B298AF9EA13}" presName="Child" presStyleLbl="revTx" presStyleIdx="2" presStyleCnt="7">
        <dgm:presLayoutVars>
          <dgm:chMax val="0"/>
          <dgm:chPref val="0"/>
          <dgm:bulletEnabled val="1"/>
        </dgm:presLayoutVars>
      </dgm:prSet>
      <dgm:spPr/>
    </dgm:pt>
    <dgm:pt modelId="{0D659C93-5734-482C-BA51-F0413A2478DF}" type="pres">
      <dgm:prSet presAssocID="{61B3BCAD-E537-465F-B7F8-9BAD6C5D54EF}" presName="childComposite" presStyleCnt="0">
        <dgm:presLayoutVars>
          <dgm:chMax val="0"/>
          <dgm:chPref val="0"/>
        </dgm:presLayoutVars>
      </dgm:prSet>
      <dgm:spPr/>
    </dgm:pt>
    <dgm:pt modelId="{C7A3BF87-9774-4B85-9F08-033CE285A441}" type="pres">
      <dgm:prSet presAssocID="{61B3BCAD-E537-465F-B7F8-9BAD6C5D54EF}" presName="ChildAccent" presStyleLbl="solidFgAcc1" presStyleIdx="2" presStyleCnt="6"/>
      <dgm:spPr/>
    </dgm:pt>
    <dgm:pt modelId="{4C6A09C5-55F9-44D1-8861-5BE17F0D5CE8}" type="pres">
      <dgm:prSet presAssocID="{61B3BCAD-E537-465F-B7F8-9BAD6C5D54EF}" presName="Child" presStyleLbl="revTx" presStyleIdx="3" presStyleCnt="7">
        <dgm:presLayoutVars>
          <dgm:chMax val="0"/>
          <dgm:chPref val="0"/>
          <dgm:bulletEnabled val="1"/>
        </dgm:presLayoutVars>
      </dgm:prSet>
      <dgm:spPr/>
    </dgm:pt>
    <dgm:pt modelId="{1308C74B-3855-49E5-AFE9-740AC1C041B5}" type="pres">
      <dgm:prSet presAssocID="{81D68A07-D1D7-48E4-B2E4-2AE651EBA571}" presName="childComposite" presStyleCnt="0">
        <dgm:presLayoutVars>
          <dgm:chMax val="0"/>
          <dgm:chPref val="0"/>
        </dgm:presLayoutVars>
      </dgm:prSet>
      <dgm:spPr/>
    </dgm:pt>
    <dgm:pt modelId="{37DA3C58-D75C-43C3-8346-C7C3F2274CC0}" type="pres">
      <dgm:prSet presAssocID="{81D68A07-D1D7-48E4-B2E4-2AE651EBA571}" presName="ChildAccent" presStyleLbl="solidFgAcc1" presStyleIdx="3" presStyleCnt="6"/>
      <dgm:spPr/>
    </dgm:pt>
    <dgm:pt modelId="{2ED86914-BA95-4119-ACBD-9C6C5C52D620}" type="pres">
      <dgm:prSet presAssocID="{81D68A07-D1D7-48E4-B2E4-2AE651EBA571}" presName="Child" presStyleLbl="revTx" presStyleIdx="4" presStyleCnt="7">
        <dgm:presLayoutVars>
          <dgm:chMax val="0"/>
          <dgm:chPref val="0"/>
          <dgm:bulletEnabled val="1"/>
        </dgm:presLayoutVars>
      </dgm:prSet>
      <dgm:spPr/>
    </dgm:pt>
    <dgm:pt modelId="{FF594097-C114-431E-B0E7-FB6B8BC94519}" type="pres">
      <dgm:prSet presAssocID="{395505BF-A7F3-44F6-85ED-0C9FD795D63D}" presName="childComposite" presStyleCnt="0">
        <dgm:presLayoutVars>
          <dgm:chMax val="0"/>
          <dgm:chPref val="0"/>
        </dgm:presLayoutVars>
      </dgm:prSet>
      <dgm:spPr/>
    </dgm:pt>
    <dgm:pt modelId="{03B6CA90-EEBA-4C76-9F46-B160A75DE56A}" type="pres">
      <dgm:prSet presAssocID="{395505BF-A7F3-44F6-85ED-0C9FD795D63D}" presName="ChildAccent" presStyleLbl="solidFgAcc1" presStyleIdx="4" presStyleCnt="6"/>
      <dgm:spPr/>
    </dgm:pt>
    <dgm:pt modelId="{2BB37CFE-ECE0-4A6B-A5FB-E90D007E09C8}" type="pres">
      <dgm:prSet presAssocID="{395505BF-A7F3-44F6-85ED-0C9FD795D63D}" presName="Child" presStyleLbl="revTx" presStyleIdx="5" presStyleCnt="7">
        <dgm:presLayoutVars>
          <dgm:chMax val="0"/>
          <dgm:chPref val="0"/>
          <dgm:bulletEnabled val="1"/>
        </dgm:presLayoutVars>
      </dgm:prSet>
      <dgm:spPr/>
    </dgm:pt>
    <dgm:pt modelId="{17F1FC2A-06CA-4A84-9AA1-90545E6D07FF}" type="pres">
      <dgm:prSet presAssocID="{88693F8E-5A07-4ED4-A4D2-B930E6431AA4}" presName="childComposite" presStyleCnt="0">
        <dgm:presLayoutVars>
          <dgm:chMax val="0"/>
          <dgm:chPref val="0"/>
        </dgm:presLayoutVars>
      </dgm:prSet>
      <dgm:spPr/>
    </dgm:pt>
    <dgm:pt modelId="{FFC9D2D2-4B72-4D2F-B9EF-398A582B0E94}" type="pres">
      <dgm:prSet presAssocID="{88693F8E-5A07-4ED4-A4D2-B930E6431AA4}" presName="ChildAccent" presStyleLbl="solidFgAcc1" presStyleIdx="5" presStyleCnt="6"/>
      <dgm:spPr/>
    </dgm:pt>
    <dgm:pt modelId="{1C954FA6-6742-4858-82C7-C261D88ACB11}" type="pres">
      <dgm:prSet presAssocID="{88693F8E-5A07-4ED4-A4D2-B930E6431AA4}" presName="Child" presStyleLbl="revTx" presStyleIdx="6" presStyleCnt="7">
        <dgm:presLayoutVars>
          <dgm:chMax val="0"/>
          <dgm:chPref val="0"/>
          <dgm:bulletEnabled val="1"/>
        </dgm:presLayoutVars>
      </dgm:prSet>
      <dgm:spPr/>
    </dgm:pt>
  </dgm:ptLst>
  <dgm:cxnLst>
    <dgm:cxn modelId="{0383BC06-9C41-4681-8CC7-D1588EE53D1F}" type="presOf" srcId="{88693F8E-5A07-4ED4-A4D2-B930E6431AA4}" destId="{1C954FA6-6742-4858-82C7-C261D88ACB11}" srcOrd="0" destOrd="0" presId="urn:microsoft.com/office/officeart/2008/layout/SquareAccentList"/>
    <dgm:cxn modelId="{18AF452D-36A1-4560-B114-E0E154AD2338}" srcId="{3C837E3B-EC33-4E11-AF23-5A43B159323A}" destId="{81D68A07-D1D7-48E4-B2E4-2AE651EBA571}" srcOrd="3" destOrd="0" parTransId="{3B7281AA-3F56-4121-9B03-F9DF902C098C}" sibTransId="{5C5D0F0B-603D-4258-A4F2-282649BF5AF0}"/>
    <dgm:cxn modelId="{DF766437-609D-471C-BEC7-330404202478}" type="presOf" srcId="{952E0CAD-5BDC-4F32-B933-02A861CB4145}" destId="{9A1377B0-78BA-48C7-8D8E-88716F8922E8}" srcOrd="0" destOrd="0" presId="urn:microsoft.com/office/officeart/2008/layout/SquareAccentList"/>
    <dgm:cxn modelId="{43C0EA71-12F0-4A48-AAE3-8221619D4A2D}" srcId="{3C837E3B-EC33-4E11-AF23-5A43B159323A}" destId="{61B3BCAD-E537-465F-B7F8-9BAD6C5D54EF}" srcOrd="2" destOrd="0" parTransId="{3752AE65-967B-41D8-AFD5-50F2252F9A6E}" sibTransId="{EBC5570E-8B85-4D69-B6EE-3D31007492F2}"/>
    <dgm:cxn modelId="{1F86C17B-8639-45AD-AE59-855272BD3A67}" srcId="{3C837E3B-EC33-4E11-AF23-5A43B159323A}" destId="{88693F8E-5A07-4ED4-A4D2-B930E6431AA4}" srcOrd="5" destOrd="0" parTransId="{6783405E-3735-4B01-902B-95FB30E5BF92}" sibTransId="{DD6D5D26-D7BA-4F4A-B146-BAB8AC39E213}"/>
    <dgm:cxn modelId="{D17C417D-7EAA-4371-80B8-2A7BA6603775}" type="presOf" srcId="{3C837E3B-EC33-4E11-AF23-5A43B159323A}" destId="{17F9042D-0C1D-4791-8B8C-04F474D9AB57}" srcOrd="0" destOrd="0" presId="urn:microsoft.com/office/officeart/2008/layout/SquareAccentList"/>
    <dgm:cxn modelId="{784CE79B-1CDB-444C-AA8A-6028F322BA21}" type="presOf" srcId="{872A8145-7059-4D15-B3E1-6B298AF9EA13}" destId="{006FE85F-DC1D-4FC6-9488-BFDE8B997F3E}" srcOrd="0" destOrd="0" presId="urn:microsoft.com/office/officeart/2008/layout/SquareAccentList"/>
    <dgm:cxn modelId="{E421CBA6-BE63-4FC7-9292-3FC650CD6894}" type="presOf" srcId="{81D68A07-D1D7-48E4-B2E4-2AE651EBA571}" destId="{2ED86914-BA95-4119-ACBD-9C6C5C52D620}" srcOrd="0" destOrd="0" presId="urn:microsoft.com/office/officeart/2008/layout/SquareAccentList"/>
    <dgm:cxn modelId="{73EF92AA-B21F-4534-A396-4B51273D4632}" type="presOf" srcId="{61B3BCAD-E537-465F-B7F8-9BAD6C5D54EF}" destId="{4C6A09C5-55F9-44D1-8861-5BE17F0D5CE8}" srcOrd="0" destOrd="0" presId="urn:microsoft.com/office/officeart/2008/layout/SquareAccentList"/>
    <dgm:cxn modelId="{1DE660BF-BBDF-4EA8-8958-7129A1F6C6E8}" srcId="{3C837E3B-EC33-4E11-AF23-5A43B159323A}" destId="{872A8145-7059-4D15-B3E1-6B298AF9EA13}" srcOrd="1" destOrd="0" parTransId="{E2E8C30C-932D-4464-A7CC-840772F20A70}" sibTransId="{DB00D02E-CE0B-4168-A5F9-C374C2A3B334}"/>
    <dgm:cxn modelId="{CAC9DECC-56D8-4D24-B046-4D91BCCB9EB9}" srcId="{3C837E3B-EC33-4E11-AF23-5A43B159323A}" destId="{01970B20-3F0C-456F-A9BC-AEE1F0CC6EBC}" srcOrd="0" destOrd="0" parTransId="{14B4DB7A-7D47-4A2D-AE15-A1A5D9181382}" sibTransId="{B8E34C39-28C9-49CB-9850-4BA3748789E9}"/>
    <dgm:cxn modelId="{89BABBCE-759B-49F1-9580-968C5934E942}" srcId="{952E0CAD-5BDC-4F32-B933-02A861CB4145}" destId="{3C837E3B-EC33-4E11-AF23-5A43B159323A}" srcOrd="0" destOrd="0" parTransId="{B3A3F63F-0B2D-4C33-AD68-B479695079C5}" sibTransId="{2083A96E-2CBE-4AD2-9472-CC4E33C978A2}"/>
    <dgm:cxn modelId="{27323DD0-60A2-4013-B45A-03D237972973}" type="presOf" srcId="{01970B20-3F0C-456F-A9BC-AEE1F0CC6EBC}" destId="{1C8ACC35-0762-4BE2-9473-5FABF9EE56FF}" srcOrd="0" destOrd="0" presId="urn:microsoft.com/office/officeart/2008/layout/SquareAccentList"/>
    <dgm:cxn modelId="{EA1361DC-06E3-4A34-8F7A-EF506C837F4D}" type="presOf" srcId="{395505BF-A7F3-44F6-85ED-0C9FD795D63D}" destId="{2BB37CFE-ECE0-4A6B-A5FB-E90D007E09C8}" srcOrd="0" destOrd="0" presId="urn:microsoft.com/office/officeart/2008/layout/SquareAccentList"/>
    <dgm:cxn modelId="{CDAEBBF0-BCA2-49E5-BE6F-DEFF05AD447B}" srcId="{3C837E3B-EC33-4E11-AF23-5A43B159323A}" destId="{395505BF-A7F3-44F6-85ED-0C9FD795D63D}" srcOrd="4" destOrd="0" parTransId="{C18D8E61-93E8-40D7-AD28-9BD8AF975588}" sibTransId="{E3CE14DB-555F-4F82-8585-0781BBCEC5F3}"/>
    <dgm:cxn modelId="{8EA6F095-2405-45B5-A521-3803745AB32E}" type="presParOf" srcId="{9A1377B0-78BA-48C7-8D8E-88716F8922E8}" destId="{46336397-13DD-49DD-BB63-1CB5D49B4C1E}" srcOrd="0" destOrd="0" presId="urn:microsoft.com/office/officeart/2008/layout/SquareAccentList"/>
    <dgm:cxn modelId="{25767194-43CD-45F5-8840-087296779254}" type="presParOf" srcId="{46336397-13DD-49DD-BB63-1CB5D49B4C1E}" destId="{41D63498-953A-4D4F-B46E-6ED66D06B4CF}" srcOrd="0" destOrd="0" presId="urn:microsoft.com/office/officeart/2008/layout/SquareAccentList"/>
    <dgm:cxn modelId="{F47A766F-C707-454A-A6D0-B0AB55CABA19}" type="presParOf" srcId="{41D63498-953A-4D4F-B46E-6ED66D06B4CF}" destId="{41522849-D0C4-479F-B3C6-F31B4DEA8E7C}" srcOrd="0" destOrd="0" presId="urn:microsoft.com/office/officeart/2008/layout/SquareAccentList"/>
    <dgm:cxn modelId="{69DE5E02-ECBE-483D-A6D4-9B492DA83028}" type="presParOf" srcId="{41D63498-953A-4D4F-B46E-6ED66D06B4CF}" destId="{45D08E62-BA16-4F7F-AF9F-32D2886B9546}" srcOrd="1" destOrd="0" presId="urn:microsoft.com/office/officeart/2008/layout/SquareAccentList"/>
    <dgm:cxn modelId="{27B6202A-ABE0-40AE-A2B9-477B30CB6507}" type="presParOf" srcId="{41D63498-953A-4D4F-B46E-6ED66D06B4CF}" destId="{17F9042D-0C1D-4791-8B8C-04F474D9AB57}" srcOrd="2" destOrd="0" presId="urn:microsoft.com/office/officeart/2008/layout/SquareAccentList"/>
    <dgm:cxn modelId="{6B179DD6-81E4-402E-BB11-F4B6D58F50E9}" type="presParOf" srcId="{46336397-13DD-49DD-BB63-1CB5D49B4C1E}" destId="{9994A9A4-037F-4750-AB54-3D1DF442383D}" srcOrd="1" destOrd="0" presId="urn:microsoft.com/office/officeart/2008/layout/SquareAccentList"/>
    <dgm:cxn modelId="{BAA1F143-0216-453E-9193-3FC8472CBB5C}" type="presParOf" srcId="{9994A9A4-037F-4750-AB54-3D1DF442383D}" destId="{E578D821-9A45-4071-AD29-8D67EC4677DC}" srcOrd="0" destOrd="0" presId="urn:microsoft.com/office/officeart/2008/layout/SquareAccentList"/>
    <dgm:cxn modelId="{58432C39-7ACB-431B-91D2-34E741B602FB}" type="presParOf" srcId="{E578D821-9A45-4071-AD29-8D67EC4677DC}" destId="{4B729124-B6AE-4815-AFAF-5AD184BA1040}" srcOrd="0" destOrd="0" presId="urn:microsoft.com/office/officeart/2008/layout/SquareAccentList"/>
    <dgm:cxn modelId="{6DB34507-E9EC-4427-83C1-037E549BA471}" type="presParOf" srcId="{E578D821-9A45-4071-AD29-8D67EC4677DC}" destId="{1C8ACC35-0762-4BE2-9473-5FABF9EE56FF}" srcOrd="1" destOrd="0" presId="urn:microsoft.com/office/officeart/2008/layout/SquareAccentList"/>
    <dgm:cxn modelId="{099B5CC5-D3E3-49DE-BF46-3CA46EC4B144}" type="presParOf" srcId="{9994A9A4-037F-4750-AB54-3D1DF442383D}" destId="{2DB0AF27-D851-4F2E-9E04-451A76ACAC2F}" srcOrd="1" destOrd="0" presId="urn:microsoft.com/office/officeart/2008/layout/SquareAccentList"/>
    <dgm:cxn modelId="{F0DBB097-0A10-4A26-BDDB-EE59423286AC}" type="presParOf" srcId="{2DB0AF27-D851-4F2E-9E04-451A76ACAC2F}" destId="{C00687ED-EDDF-4633-A1DF-84F773FB2705}" srcOrd="0" destOrd="0" presId="urn:microsoft.com/office/officeart/2008/layout/SquareAccentList"/>
    <dgm:cxn modelId="{CD2D36C2-F8CB-4B2A-BB86-DAFE939EC923}" type="presParOf" srcId="{2DB0AF27-D851-4F2E-9E04-451A76ACAC2F}" destId="{006FE85F-DC1D-4FC6-9488-BFDE8B997F3E}" srcOrd="1" destOrd="0" presId="urn:microsoft.com/office/officeart/2008/layout/SquareAccentList"/>
    <dgm:cxn modelId="{48E878C8-ADA6-4CC4-8310-A58C04432F08}" type="presParOf" srcId="{9994A9A4-037F-4750-AB54-3D1DF442383D}" destId="{0D659C93-5734-482C-BA51-F0413A2478DF}" srcOrd="2" destOrd="0" presId="urn:microsoft.com/office/officeart/2008/layout/SquareAccentList"/>
    <dgm:cxn modelId="{D7181DF9-9431-451B-95AD-B7B8C8937888}" type="presParOf" srcId="{0D659C93-5734-482C-BA51-F0413A2478DF}" destId="{C7A3BF87-9774-4B85-9F08-033CE285A441}" srcOrd="0" destOrd="0" presId="urn:microsoft.com/office/officeart/2008/layout/SquareAccentList"/>
    <dgm:cxn modelId="{3E8433EE-DB5A-424E-8A06-B8B1033BDE0B}" type="presParOf" srcId="{0D659C93-5734-482C-BA51-F0413A2478DF}" destId="{4C6A09C5-55F9-44D1-8861-5BE17F0D5CE8}" srcOrd="1" destOrd="0" presId="urn:microsoft.com/office/officeart/2008/layout/SquareAccentList"/>
    <dgm:cxn modelId="{17E20E64-A5E2-440B-8769-2384D16FF534}" type="presParOf" srcId="{9994A9A4-037F-4750-AB54-3D1DF442383D}" destId="{1308C74B-3855-49E5-AFE9-740AC1C041B5}" srcOrd="3" destOrd="0" presId="urn:microsoft.com/office/officeart/2008/layout/SquareAccentList"/>
    <dgm:cxn modelId="{D5F20EA9-DA98-4054-B755-F569C63CF916}" type="presParOf" srcId="{1308C74B-3855-49E5-AFE9-740AC1C041B5}" destId="{37DA3C58-D75C-43C3-8346-C7C3F2274CC0}" srcOrd="0" destOrd="0" presId="urn:microsoft.com/office/officeart/2008/layout/SquareAccentList"/>
    <dgm:cxn modelId="{38A23FC6-3897-4483-9E94-C6C13387CA7A}" type="presParOf" srcId="{1308C74B-3855-49E5-AFE9-740AC1C041B5}" destId="{2ED86914-BA95-4119-ACBD-9C6C5C52D620}" srcOrd="1" destOrd="0" presId="urn:microsoft.com/office/officeart/2008/layout/SquareAccentList"/>
    <dgm:cxn modelId="{C9298AFC-C544-4A5A-9D2D-BE46DE2857DF}" type="presParOf" srcId="{9994A9A4-037F-4750-AB54-3D1DF442383D}" destId="{FF594097-C114-431E-B0E7-FB6B8BC94519}" srcOrd="4" destOrd="0" presId="urn:microsoft.com/office/officeart/2008/layout/SquareAccentList"/>
    <dgm:cxn modelId="{E2F10FFD-7BD0-4E2F-8476-560FB6AB290B}" type="presParOf" srcId="{FF594097-C114-431E-B0E7-FB6B8BC94519}" destId="{03B6CA90-EEBA-4C76-9F46-B160A75DE56A}" srcOrd="0" destOrd="0" presId="urn:microsoft.com/office/officeart/2008/layout/SquareAccentList"/>
    <dgm:cxn modelId="{AB90C34C-6A02-49CB-A3CE-9E221F4179BD}" type="presParOf" srcId="{FF594097-C114-431E-B0E7-FB6B8BC94519}" destId="{2BB37CFE-ECE0-4A6B-A5FB-E90D007E09C8}" srcOrd="1" destOrd="0" presId="urn:microsoft.com/office/officeart/2008/layout/SquareAccentList"/>
    <dgm:cxn modelId="{27653C16-450F-4FFA-A1A9-76053ABEBE7B}" type="presParOf" srcId="{9994A9A4-037F-4750-AB54-3D1DF442383D}" destId="{17F1FC2A-06CA-4A84-9AA1-90545E6D07FF}" srcOrd="5" destOrd="0" presId="urn:microsoft.com/office/officeart/2008/layout/SquareAccentList"/>
    <dgm:cxn modelId="{9FB3E44B-B94B-4D8B-92FE-50F4D34CCACA}" type="presParOf" srcId="{17F1FC2A-06CA-4A84-9AA1-90545E6D07FF}" destId="{FFC9D2D2-4B72-4D2F-B9EF-398A582B0E94}" srcOrd="0" destOrd="0" presId="urn:microsoft.com/office/officeart/2008/layout/SquareAccentList"/>
    <dgm:cxn modelId="{8D648961-5165-44EB-9079-12527ECA3F8A}" type="presParOf" srcId="{17F1FC2A-06CA-4A84-9AA1-90545E6D07FF}" destId="{1C954FA6-6742-4858-82C7-C261D88ACB11}" srcOrd="1" destOrd="0" presId="urn:microsoft.com/office/officeart/2008/layout/SquareAccent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E487CE-9F67-4B6D-8FAA-A476786B9C78}"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IN"/>
        </a:p>
      </dgm:t>
    </dgm:pt>
    <dgm:pt modelId="{6F6A2811-F843-4DEB-BAD1-B0ADC409FFD4}">
      <dgm:prSet phldrT="[Text]" custT="1"/>
      <dgm:spPr/>
      <dgm:t>
        <a:bodyPr/>
        <a:lstStyle/>
        <a:p>
          <a:r>
            <a:rPr lang="en-US" sz="1800" b="1" dirty="0">
              <a:solidFill>
                <a:schemeClr val="accent1">
                  <a:lumMod val="20000"/>
                  <a:lumOff val="80000"/>
                </a:schemeClr>
              </a:solidFill>
            </a:rPr>
            <a:t>Farmers and Agronomists</a:t>
          </a:r>
          <a:br>
            <a:rPr lang="en-US" sz="1800" b="1" dirty="0">
              <a:solidFill>
                <a:schemeClr val="accent1">
                  <a:lumMod val="20000"/>
                  <a:lumOff val="80000"/>
                </a:schemeClr>
              </a:solidFill>
            </a:rPr>
          </a:br>
          <a:r>
            <a:rPr lang="en-US" sz="1800" b="1" dirty="0">
              <a:solidFill>
                <a:schemeClr val="accent1">
                  <a:lumMod val="20000"/>
                  <a:lumOff val="80000"/>
                </a:schemeClr>
              </a:solidFill>
            </a:rPr>
            <a:t>Farm Records</a:t>
          </a:r>
        </a:p>
        <a:p>
          <a:r>
            <a:rPr lang="en-US" sz="1600" dirty="0">
              <a:solidFill>
                <a:schemeClr val="accent1">
                  <a:lumMod val="20000"/>
                  <a:lumOff val="80000"/>
                </a:schemeClr>
              </a:solidFill>
            </a:rPr>
            <a:t>Plan sowing, irrigation and crop choice around season-specific performance</a:t>
          </a:r>
          <a:endParaRPr lang="en-IN" sz="1600" dirty="0">
            <a:solidFill>
              <a:schemeClr val="accent1">
                <a:lumMod val="20000"/>
                <a:lumOff val="80000"/>
              </a:schemeClr>
            </a:solidFill>
          </a:endParaRPr>
        </a:p>
      </dgm:t>
    </dgm:pt>
    <dgm:pt modelId="{FE1423C8-4133-4FBE-818B-01492FE8263F}" type="parTrans" cxnId="{F99228CA-2496-4A2C-8943-0F59EFB2658B}">
      <dgm:prSet/>
      <dgm:spPr/>
      <dgm:t>
        <a:bodyPr/>
        <a:lstStyle/>
        <a:p>
          <a:endParaRPr lang="en-IN"/>
        </a:p>
      </dgm:t>
    </dgm:pt>
    <dgm:pt modelId="{40DCB111-4E7F-4F8A-AC78-50A8D2031806}" type="sibTrans" cxnId="{F99228CA-2496-4A2C-8943-0F59EFB2658B}">
      <dgm:prSet/>
      <dgm:spPr/>
      <dgm:t>
        <a:bodyPr/>
        <a:lstStyle/>
        <a:p>
          <a:endParaRPr lang="en-IN"/>
        </a:p>
      </dgm:t>
    </dgm:pt>
    <dgm:pt modelId="{534ED296-C5C1-4DB5-9ADC-DBAEE50D6CB6}">
      <dgm:prSet phldrT="[Text]" custT="1"/>
      <dgm:spPr/>
      <dgm:t>
        <a:bodyPr/>
        <a:lstStyle/>
        <a:p>
          <a:r>
            <a:rPr lang="en-US" sz="1800" b="1" dirty="0"/>
            <a:t>Agricultural Policy Planners</a:t>
          </a:r>
          <a:br>
            <a:rPr lang="en-US" sz="1800" b="1" dirty="0"/>
          </a:br>
          <a:r>
            <a:rPr lang="en-US" sz="1800" dirty="0"/>
            <a:t>Design seasonal support schemes using evidence rather than assumption</a:t>
          </a:r>
          <a:endParaRPr lang="en-IN" sz="2100" dirty="0"/>
        </a:p>
      </dgm:t>
    </dgm:pt>
    <dgm:pt modelId="{CDCAF7B7-62C1-4DDF-BD50-8AE41364C91A}" type="parTrans" cxnId="{95F0AEB6-126D-46C7-9540-9454DABF3131}">
      <dgm:prSet/>
      <dgm:spPr/>
      <dgm:t>
        <a:bodyPr/>
        <a:lstStyle/>
        <a:p>
          <a:endParaRPr lang="en-IN"/>
        </a:p>
      </dgm:t>
    </dgm:pt>
    <dgm:pt modelId="{D51617E7-0382-4832-8D18-743737A32A7F}" type="sibTrans" cxnId="{95F0AEB6-126D-46C7-9540-9454DABF3131}">
      <dgm:prSet/>
      <dgm:spPr/>
      <dgm:t>
        <a:bodyPr/>
        <a:lstStyle/>
        <a:p>
          <a:endParaRPr lang="en-IN"/>
        </a:p>
      </dgm:t>
    </dgm:pt>
    <dgm:pt modelId="{E72A58E7-E16E-4B82-ADFF-DC35677D9CE5}">
      <dgm:prSet phldrT="[Text]" custT="1"/>
      <dgm:spPr/>
      <dgm:t>
        <a:bodyPr/>
        <a:lstStyle/>
        <a:p>
          <a:r>
            <a:rPr lang="en-US" sz="1800" b="1" dirty="0">
              <a:solidFill>
                <a:schemeClr val="accent2">
                  <a:lumMod val="50000"/>
                </a:schemeClr>
              </a:solidFill>
            </a:rPr>
            <a:t>Agribusinesses and Input Suppliers</a:t>
          </a:r>
          <a:br>
            <a:rPr lang="en-US" sz="1800" dirty="0">
              <a:solidFill>
                <a:schemeClr val="accent2">
                  <a:lumMod val="50000"/>
                </a:schemeClr>
              </a:solidFill>
            </a:rPr>
          </a:br>
          <a:r>
            <a:rPr lang="en-US" sz="1600" dirty="0">
              <a:solidFill>
                <a:schemeClr val="accent2">
                  <a:lumMod val="50000"/>
                </a:schemeClr>
              </a:solidFill>
            </a:rPr>
            <a:t>Time input and services to when demand and returns are highest</a:t>
          </a:r>
          <a:endParaRPr lang="en-IN" sz="1800" dirty="0">
            <a:solidFill>
              <a:schemeClr val="accent2">
                <a:lumMod val="50000"/>
              </a:schemeClr>
            </a:solidFill>
          </a:endParaRPr>
        </a:p>
      </dgm:t>
    </dgm:pt>
    <dgm:pt modelId="{68F1FDF3-BB28-4365-8EC6-6159353216AA}" type="parTrans" cxnId="{D5492907-C008-49F1-A1BA-066E88E3A060}">
      <dgm:prSet/>
      <dgm:spPr/>
      <dgm:t>
        <a:bodyPr/>
        <a:lstStyle/>
        <a:p>
          <a:endParaRPr lang="en-IN"/>
        </a:p>
      </dgm:t>
    </dgm:pt>
    <dgm:pt modelId="{5EBFFFBC-2C26-46FD-A61F-C6EA140F5BDB}" type="sibTrans" cxnId="{D5492907-C008-49F1-A1BA-066E88E3A060}">
      <dgm:prSet/>
      <dgm:spPr/>
      <dgm:t>
        <a:bodyPr/>
        <a:lstStyle/>
        <a:p>
          <a:endParaRPr lang="en-IN"/>
        </a:p>
      </dgm:t>
    </dgm:pt>
    <dgm:pt modelId="{F15938ED-4179-42E7-8FFC-C8800C533A6B}">
      <dgm:prSet phldrT="[Text]" custT="1"/>
      <dgm:spPr/>
      <dgm:t>
        <a:bodyPr/>
        <a:lstStyle/>
        <a:p>
          <a:r>
            <a:rPr lang="en-US" sz="1800" b="1" dirty="0">
              <a:solidFill>
                <a:schemeClr val="accent2">
                  <a:lumMod val="75000"/>
                </a:schemeClr>
              </a:solidFill>
            </a:rPr>
            <a:t>Financial Institutions and Insurers</a:t>
          </a:r>
          <a:br>
            <a:rPr lang="en-US" sz="1700" dirty="0">
              <a:solidFill>
                <a:schemeClr val="accent2">
                  <a:lumMod val="75000"/>
                </a:schemeClr>
              </a:solidFill>
            </a:rPr>
          </a:br>
          <a:r>
            <a:rPr lang="en-US" sz="1700" dirty="0">
              <a:solidFill>
                <a:schemeClr val="accent2">
                  <a:lumMod val="75000"/>
                </a:schemeClr>
              </a:solidFill>
            </a:rPr>
            <a:t>Asses seasonal risk for farm credit, pricing and crop insurance</a:t>
          </a:r>
          <a:endParaRPr lang="en-IN" sz="1700" dirty="0">
            <a:solidFill>
              <a:schemeClr val="accent2">
                <a:lumMod val="75000"/>
              </a:schemeClr>
            </a:solidFill>
          </a:endParaRPr>
        </a:p>
      </dgm:t>
    </dgm:pt>
    <dgm:pt modelId="{70E26171-C05E-4E46-97DD-78CE6AD62E47}" type="parTrans" cxnId="{AA2BDAD3-CF06-4AA0-B512-95041DF33BDB}">
      <dgm:prSet/>
      <dgm:spPr/>
      <dgm:t>
        <a:bodyPr/>
        <a:lstStyle/>
        <a:p>
          <a:endParaRPr lang="en-IN"/>
        </a:p>
      </dgm:t>
    </dgm:pt>
    <dgm:pt modelId="{A72B576D-2972-4399-B3A8-B1D512E32013}" type="sibTrans" cxnId="{AA2BDAD3-CF06-4AA0-B512-95041DF33BDB}">
      <dgm:prSet/>
      <dgm:spPr/>
      <dgm:t>
        <a:bodyPr/>
        <a:lstStyle/>
        <a:p>
          <a:endParaRPr lang="en-IN"/>
        </a:p>
      </dgm:t>
    </dgm:pt>
    <dgm:pt modelId="{5ADD2D31-5815-40EC-A70A-927A76DF9DBD}">
      <dgm:prSet phldrT="[Text]" custT="1"/>
      <dgm:spPr/>
      <dgm:t>
        <a:bodyPr/>
        <a:lstStyle/>
        <a:p>
          <a:r>
            <a:rPr lang="en-US" sz="1800" b="1" dirty="0">
              <a:solidFill>
                <a:schemeClr val="accent2">
                  <a:lumMod val="50000"/>
                </a:schemeClr>
              </a:solidFill>
            </a:rPr>
            <a:t>Researchers and Data Analysts</a:t>
          </a:r>
          <a:br>
            <a:rPr lang="en-US" sz="2400" dirty="0">
              <a:solidFill>
                <a:schemeClr val="accent2">
                  <a:lumMod val="50000"/>
                </a:schemeClr>
              </a:solidFill>
            </a:rPr>
          </a:br>
          <a:r>
            <a:rPr lang="en-US" sz="1600" dirty="0">
              <a:solidFill>
                <a:schemeClr val="accent2">
                  <a:lumMod val="50000"/>
                </a:schemeClr>
              </a:solidFill>
            </a:rPr>
            <a:t>Study seasonal drivers of yield, resource use and profitability</a:t>
          </a:r>
          <a:endParaRPr lang="en-IN" sz="1800" dirty="0">
            <a:solidFill>
              <a:schemeClr val="accent2">
                <a:lumMod val="50000"/>
              </a:schemeClr>
            </a:solidFill>
          </a:endParaRPr>
        </a:p>
      </dgm:t>
    </dgm:pt>
    <dgm:pt modelId="{F3B4A27D-8B80-4B26-915D-EEB955B477ED}" type="parTrans" cxnId="{E2D615CF-C773-4920-9293-EC3C2DF6A9FA}">
      <dgm:prSet/>
      <dgm:spPr/>
      <dgm:t>
        <a:bodyPr/>
        <a:lstStyle/>
        <a:p>
          <a:endParaRPr lang="en-IN"/>
        </a:p>
      </dgm:t>
    </dgm:pt>
    <dgm:pt modelId="{D1FE682B-476B-459C-A1EE-6B7E92696E96}" type="sibTrans" cxnId="{E2D615CF-C773-4920-9293-EC3C2DF6A9FA}">
      <dgm:prSet/>
      <dgm:spPr/>
      <dgm:t>
        <a:bodyPr/>
        <a:lstStyle/>
        <a:p>
          <a:endParaRPr lang="en-IN"/>
        </a:p>
      </dgm:t>
    </dgm:pt>
    <dgm:pt modelId="{EAE7961F-2814-4BF9-AE04-89E7959E8FF9}">
      <dgm:prSet phldrT="[Text]" custT="1"/>
      <dgm:spPr/>
      <dgm:t>
        <a:bodyPr/>
        <a:lstStyle/>
        <a:p>
          <a:r>
            <a:rPr lang="en-US" sz="1800" b="1" dirty="0">
              <a:solidFill>
                <a:schemeClr val="bg1"/>
              </a:solidFill>
            </a:rPr>
            <a:t>Government Agriculture Departments</a:t>
          </a:r>
          <a:br>
            <a:rPr lang="en-US" sz="2100" dirty="0">
              <a:solidFill>
                <a:schemeClr val="bg1"/>
              </a:solidFill>
            </a:rPr>
          </a:br>
          <a:r>
            <a:rPr lang="en-US" sz="1600" dirty="0">
              <a:solidFill>
                <a:schemeClr val="bg1"/>
              </a:solidFill>
            </a:rPr>
            <a:t>Support evidence-based seasonal planning at state and district level</a:t>
          </a:r>
          <a:endParaRPr lang="en-IN" sz="2100" dirty="0">
            <a:solidFill>
              <a:schemeClr val="bg1"/>
            </a:solidFill>
          </a:endParaRPr>
        </a:p>
      </dgm:t>
    </dgm:pt>
    <dgm:pt modelId="{0C820629-6D2F-45B5-929D-06DCDED906DD}" type="parTrans" cxnId="{C702096F-A7DF-49BC-B082-36C043EF1B25}">
      <dgm:prSet/>
      <dgm:spPr/>
      <dgm:t>
        <a:bodyPr/>
        <a:lstStyle/>
        <a:p>
          <a:endParaRPr lang="en-IN"/>
        </a:p>
      </dgm:t>
    </dgm:pt>
    <dgm:pt modelId="{8DFBB1AF-9DEF-4B4E-8DFC-06930D837094}" type="sibTrans" cxnId="{C702096F-A7DF-49BC-B082-36C043EF1B25}">
      <dgm:prSet/>
      <dgm:spPr/>
      <dgm:t>
        <a:bodyPr/>
        <a:lstStyle/>
        <a:p>
          <a:endParaRPr lang="en-IN"/>
        </a:p>
      </dgm:t>
    </dgm:pt>
    <dgm:pt modelId="{748BD7D6-91E7-46A9-BD45-1EEE3D9EDB08}" type="pres">
      <dgm:prSet presAssocID="{CEE487CE-9F67-4B6D-8FAA-A476786B9C78}" presName="diagram" presStyleCnt="0">
        <dgm:presLayoutVars>
          <dgm:dir/>
          <dgm:resizeHandles val="exact"/>
        </dgm:presLayoutVars>
      </dgm:prSet>
      <dgm:spPr/>
    </dgm:pt>
    <dgm:pt modelId="{4738D899-A57B-466F-A93B-287D5410684A}" type="pres">
      <dgm:prSet presAssocID="{6F6A2811-F843-4DEB-BAD1-B0ADC409FFD4}" presName="node" presStyleLbl="node1" presStyleIdx="0" presStyleCnt="6">
        <dgm:presLayoutVars>
          <dgm:bulletEnabled val="1"/>
        </dgm:presLayoutVars>
      </dgm:prSet>
      <dgm:spPr>
        <a:prstGeom prst="roundRect">
          <a:avLst/>
        </a:prstGeom>
      </dgm:spPr>
    </dgm:pt>
    <dgm:pt modelId="{3E44E4EB-D718-4858-8B66-6DAC47FDC706}" type="pres">
      <dgm:prSet presAssocID="{40DCB111-4E7F-4F8A-AC78-50A8D2031806}" presName="sibTrans" presStyleCnt="0"/>
      <dgm:spPr/>
    </dgm:pt>
    <dgm:pt modelId="{B7A4B1B3-E652-4E90-AA99-268E28540E34}" type="pres">
      <dgm:prSet presAssocID="{534ED296-C5C1-4DB5-9ADC-DBAEE50D6CB6}" presName="node" presStyleLbl="node1" presStyleIdx="1" presStyleCnt="6">
        <dgm:presLayoutVars>
          <dgm:bulletEnabled val="1"/>
        </dgm:presLayoutVars>
      </dgm:prSet>
      <dgm:spPr>
        <a:prstGeom prst="roundRect">
          <a:avLst/>
        </a:prstGeom>
      </dgm:spPr>
    </dgm:pt>
    <dgm:pt modelId="{A5D6569A-5AF5-435B-BA29-3E29C2505023}" type="pres">
      <dgm:prSet presAssocID="{D51617E7-0382-4832-8D18-743737A32A7F}" presName="sibTrans" presStyleCnt="0"/>
      <dgm:spPr/>
    </dgm:pt>
    <dgm:pt modelId="{A230DE94-F3A2-4794-971F-248315D4B33B}" type="pres">
      <dgm:prSet presAssocID="{E72A58E7-E16E-4B82-ADFF-DC35677D9CE5}" presName="node" presStyleLbl="node1" presStyleIdx="2" presStyleCnt="6">
        <dgm:presLayoutVars>
          <dgm:bulletEnabled val="1"/>
        </dgm:presLayoutVars>
      </dgm:prSet>
      <dgm:spPr>
        <a:prstGeom prst="roundRect">
          <a:avLst/>
        </a:prstGeom>
      </dgm:spPr>
    </dgm:pt>
    <dgm:pt modelId="{DDA0D8C7-91B9-4C86-966D-B74637BFD101}" type="pres">
      <dgm:prSet presAssocID="{5EBFFFBC-2C26-46FD-A61F-C6EA140F5BDB}" presName="sibTrans" presStyleCnt="0"/>
      <dgm:spPr/>
    </dgm:pt>
    <dgm:pt modelId="{98346ECB-4218-42C2-BADB-4637F1DEC029}" type="pres">
      <dgm:prSet presAssocID="{F15938ED-4179-42E7-8FFC-C8800C533A6B}" presName="node" presStyleLbl="node1" presStyleIdx="3" presStyleCnt="6">
        <dgm:presLayoutVars>
          <dgm:bulletEnabled val="1"/>
        </dgm:presLayoutVars>
      </dgm:prSet>
      <dgm:spPr>
        <a:prstGeom prst="roundRect">
          <a:avLst/>
        </a:prstGeom>
      </dgm:spPr>
    </dgm:pt>
    <dgm:pt modelId="{27C0A0AA-3A65-49CA-8CF1-784FDD20B7D3}" type="pres">
      <dgm:prSet presAssocID="{A72B576D-2972-4399-B3A8-B1D512E32013}" presName="sibTrans" presStyleCnt="0"/>
      <dgm:spPr/>
    </dgm:pt>
    <dgm:pt modelId="{554DDF7B-9277-4529-A466-F70CD85311F6}" type="pres">
      <dgm:prSet presAssocID="{5ADD2D31-5815-40EC-A70A-927A76DF9DBD}" presName="node" presStyleLbl="node1" presStyleIdx="4" presStyleCnt="6">
        <dgm:presLayoutVars>
          <dgm:bulletEnabled val="1"/>
        </dgm:presLayoutVars>
      </dgm:prSet>
      <dgm:spPr>
        <a:prstGeom prst="roundRect">
          <a:avLst/>
        </a:prstGeom>
      </dgm:spPr>
    </dgm:pt>
    <dgm:pt modelId="{0D82201C-6D36-4240-9A54-B5E8D6EE58E2}" type="pres">
      <dgm:prSet presAssocID="{D1FE682B-476B-459C-A1EE-6B7E92696E96}" presName="sibTrans" presStyleCnt="0"/>
      <dgm:spPr/>
    </dgm:pt>
    <dgm:pt modelId="{E50C05B6-4634-49FD-9A2C-EA6B136B8EE5}" type="pres">
      <dgm:prSet presAssocID="{EAE7961F-2814-4BF9-AE04-89E7959E8FF9}" presName="node" presStyleLbl="node1" presStyleIdx="5" presStyleCnt="6" custLinFactNeighborX="-603" custLinFactNeighborY="174">
        <dgm:presLayoutVars>
          <dgm:bulletEnabled val="1"/>
        </dgm:presLayoutVars>
      </dgm:prSet>
      <dgm:spPr>
        <a:prstGeom prst="roundRect">
          <a:avLst/>
        </a:prstGeom>
      </dgm:spPr>
    </dgm:pt>
  </dgm:ptLst>
  <dgm:cxnLst>
    <dgm:cxn modelId="{C8E32707-6B22-4FFB-BDF4-BFB7F90949CA}" type="presOf" srcId="{6F6A2811-F843-4DEB-BAD1-B0ADC409FFD4}" destId="{4738D899-A57B-466F-A93B-287D5410684A}" srcOrd="0" destOrd="0" presId="urn:microsoft.com/office/officeart/2005/8/layout/default"/>
    <dgm:cxn modelId="{D5492907-C008-49F1-A1BA-066E88E3A060}" srcId="{CEE487CE-9F67-4B6D-8FAA-A476786B9C78}" destId="{E72A58E7-E16E-4B82-ADFF-DC35677D9CE5}" srcOrd="2" destOrd="0" parTransId="{68F1FDF3-BB28-4365-8EC6-6159353216AA}" sibTransId="{5EBFFFBC-2C26-46FD-A61F-C6EA140F5BDB}"/>
    <dgm:cxn modelId="{1B9A7515-FA28-4115-8486-8F66EF52FC42}" type="presOf" srcId="{CEE487CE-9F67-4B6D-8FAA-A476786B9C78}" destId="{748BD7D6-91E7-46A9-BD45-1EEE3D9EDB08}" srcOrd="0" destOrd="0" presId="urn:microsoft.com/office/officeart/2005/8/layout/default"/>
    <dgm:cxn modelId="{C702096F-A7DF-49BC-B082-36C043EF1B25}" srcId="{CEE487CE-9F67-4B6D-8FAA-A476786B9C78}" destId="{EAE7961F-2814-4BF9-AE04-89E7959E8FF9}" srcOrd="5" destOrd="0" parTransId="{0C820629-6D2F-45B5-929D-06DCDED906DD}" sibTransId="{8DFBB1AF-9DEF-4B4E-8DFC-06930D837094}"/>
    <dgm:cxn modelId="{A330D37A-232B-422E-8919-1884A6B9DB66}" type="presOf" srcId="{5ADD2D31-5815-40EC-A70A-927A76DF9DBD}" destId="{554DDF7B-9277-4529-A466-F70CD85311F6}" srcOrd="0" destOrd="0" presId="urn:microsoft.com/office/officeart/2005/8/layout/default"/>
    <dgm:cxn modelId="{6CCAA6A6-6AA7-4EEF-A653-08A1B276BCFF}" type="presOf" srcId="{EAE7961F-2814-4BF9-AE04-89E7959E8FF9}" destId="{E50C05B6-4634-49FD-9A2C-EA6B136B8EE5}" srcOrd="0" destOrd="0" presId="urn:microsoft.com/office/officeart/2005/8/layout/default"/>
    <dgm:cxn modelId="{73FC43A9-CFFB-44DE-812E-8D266E596639}" type="presOf" srcId="{F15938ED-4179-42E7-8FFC-C8800C533A6B}" destId="{98346ECB-4218-42C2-BADB-4637F1DEC029}" srcOrd="0" destOrd="0" presId="urn:microsoft.com/office/officeart/2005/8/layout/default"/>
    <dgm:cxn modelId="{95F0AEB6-126D-46C7-9540-9454DABF3131}" srcId="{CEE487CE-9F67-4B6D-8FAA-A476786B9C78}" destId="{534ED296-C5C1-4DB5-9ADC-DBAEE50D6CB6}" srcOrd="1" destOrd="0" parTransId="{CDCAF7B7-62C1-4DDF-BD50-8AE41364C91A}" sibTransId="{D51617E7-0382-4832-8D18-743737A32A7F}"/>
    <dgm:cxn modelId="{6C089CBF-7706-4B2C-A987-72AD7095086F}" type="presOf" srcId="{E72A58E7-E16E-4B82-ADFF-DC35677D9CE5}" destId="{A230DE94-F3A2-4794-971F-248315D4B33B}" srcOrd="0" destOrd="0" presId="urn:microsoft.com/office/officeart/2005/8/layout/default"/>
    <dgm:cxn modelId="{F99228CA-2496-4A2C-8943-0F59EFB2658B}" srcId="{CEE487CE-9F67-4B6D-8FAA-A476786B9C78}" destId="{6F6A2811-F843-4DEB-BAD1-B0ADC409FFD4}" srcOrd="0" destOrd="0" parTransId="{FE1423C8-4133-4FBE-818B-01492FE8263F}" sibTransId="{40DCB111-4E7F-4F8A-AC78-50A8D2031806}"/>
    <dgm:cxn modelId="{E2D615CF-C773-4920-9293-EC3C2DF6A9FA}" srcId="{CEE487CE-9F67-4B6D-8FAA-A476786B9C78}" destId="{5ADD2D31-5815-40EC-A70A-927A76DF9DBD}" srcOrd="4" destOrd="0" parTransId="{F3B4A27D-8B80-4B26-915D-EEB955B477ED}" sibTransId="{D1FE682B-476B-459C-A1EE-6B7E92696E96}"/>
    <dgm:cxn modelId="{AA2BDAD3-CF06-4AA0-B512-95041DF33BDB}" srcId="{CEE487CE-9F67-4B6D-8FAA-A476786B9C78}" destId="{F15938ED-4179-42E7-8FFC-C8800C533A6B}" srcOrd="3" destOrd="0" parTransId="{70E26171-C05E-4E46-97DD-78CE6AD62E47}" sibTransId="{A72B576D-2972-4399-B3A8-B1D512E32013}"/>
    <dgm:cxn modelId="{6B9057FD-6436-434E-8955-A6BBDB1A5C8C}" type="presOf" srcId="{534ED296-C5C1-4DB5-9ADC-DBAEE50D6CB6}" destId="{B7A4B1B3-E652-4E90-AA99-268E28540E34}" srcOrd="0" destOrd="0" presId="urn:microsoft.com/office/officeart/2005/8/layout/default"/>
    <dgm:cxn modelId="{100558C8-8F03-46E9-967E-D96616699DCE}" type="presParOf" srcId="{748BD7D6-91E7-46A9-BD45-1EEE3D9EDB08}" destId="{4738D899-A57B-466F-A93B-287D5410684A}" srcOrd="0" destOrd="0" presId="urn:microsoft.com/office/officeart/2005/8/layout/default"/>
    <dgm:cxn modelId="{5C4AE645-C342-4E68-A787-3BA14A5008FD}" type="presParOf" srcId="{748BD7D6-91E7-46A9-BD45-1EEE3D9EDB08}" destId="{3E44E4EB-D718-4858-8B66-6DAC47FDC706}" srcOrd="1" destOrd="0" presId="urn:microsoft.com/office/officeart/2005/8/layout/default"/>
    <dgm:cxn modelId="{2B39D18B-A3BD-471E-9E6D-9A3F9EEB8169}" type="presParOf" srcId="{748BD7D6-91E7-46A9-BD45-1EEE3D9EDB08}" destId="{B7A4B1B3-E652-4E90-AA99-268E28540E34}" srcOrd="2" destOrd="0" presId="urn:microsoft.com/office/officeart/2005/8/layout/default"/>
    <dgm:cxn modelId="{AAE48BCA-CE55-436C-BDA2-414B3C410DF0}" type="presParOf" srcId="{748BD7D6-91E7-46A9-BD45-1EEE3D9EDB08}" destId="{A5D6569A-5AF5-435B-BA29-3E29C2505023}" srcOrd="3" destOrd="0" presId="urn:microsoft.com/office/officeart/2005/8/layout/default"/>
    <dgm:cxn modelId="{4F907721-C849-4A3F-BD4F-EA5D17DE7291}" type="presParOf" srcId="{748BD7D6-91E7-46A9-BD45-1EEE3D9EDB08}" destId="{A230DE94-F3A2-4794-971F-248315D4B33B}" srcOrd="4" destOrd="0" presId="urn:microsoft.com/office/officeart/2005/8/layout/default"/>
    <dgm:cxn modelId="{92766FAA-66AF-4DC6-AD6F-4245D709AF38}" type="presParOf" srcId="{748BD7D6-91E7-46A9-BD45-1EEE3D9EDB08}" destId="{DDA0D8C7-91B9-4C86-966D-B74637BFD101}" srcOrd="5" destOrd="0" presId="urn:microsoft.com/office/officeart/2005/8/layout/default"/>
    <dgm:cxn modelId="{17DFB07A-44E6-405E-B08C-A47CD9E3A149}" type="presParOf" srcId="{748BD7D6-91E7-46A9-BD45-1EEE3D9EDB08}" destId="{98346ECB-4218-42C2-BADB-4637F1DEC029}" srcOrd="6" destOrd="0" presId="urn:microsoft.com/office/officeart/2005/8/layout/default"/>
    <dgm:cxn modelId="{5C97863F-207F-4B7F-B916-E10B376B2C12}" type="presParOf" srcId="{748BD7D6-91E7-46A9-BD45-1EEE3D9EDB08}" destId="{27C0A0AA-3A65-49CA-8CF1-784FDD20B7D3}" srcOrd="7" destOrd="0" presId="urn:microsoft.com/office/officeart/2005/8/layout/default"/>
    <dgm:cxn modelId="{43379683-E4F6-4135-BAE0-E09858E2CD68}" type="presParOf" srcId="{748BD7D6-91E7-46A9-BD45-1EEE3D9EDB08}" destId="{554DDF7B-9277-4529-A466-F70CD85311F6}" srcOrd="8" destOrd="0" presId="urn:microsoft.com/office/officeart/2005/8/layout/default"/>
    <dgm:cxn modelId="{45E1B372-1905-4E88-8479-E1E4F191813F}" type="presParOf" srcId="{748BD7D6-91E7-46A9-BD45-1EEE3D9EDB08}" destId="{0D82201C-6D36-4240-9A54-B5E8D6EE58E2}" srcOrd="9" destOrd="0" presId="urn:microsoft.com/office/officeart/2005/8/layout/default"/>
    <dgm:cxn modelId="{271D6EDB-ED32-4ED7-AD2A-11DC2F227C3F}" type="presParOf" srcId="{748BD7D6-91E7-46A9-BD45-1EEE3D9EDB08}" destId="{E50C05B6-4634-49FD-9A2C-EA6B136B8EE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E58202-0B0C-4634-BBA2-77E590DDE60D}" type="doc">
      <dgm:prSet loTypeId="urn:microsoft.com/office/officeart/2005/8/layout/list1" loCatId="list" qsTypeId="urn:microsoft.com/office/officeart/2005/8/quickstyle/simple1" qsCatId="simple" csTypeId="urn:microsoft.com/office/officeart/2005/8/colors/accent2_4" csCatId="accent2" phldr="1"/>
      <dgm:spPr/>
      <dgm:t>
        <a:bodyPr/>
        <a:lstStyle/>
        <a:p>
          <a:endParaRPr lang="en-IN"/>
        </a:p>
      </dgm:t>
    </dgm:pt>
    <dgm:pt modelId="{17D04014-75B0-4519-B2E5-8DC1EDA312B8}">
      <dgm:prSet phldrT="[Text]" custT="1"/>
      <dgm:spPr/>
      <dgm:t>
        <a:bodyPr/>
        <a:lstStyle/>
        <a:p>
          <a:r>
            <a:rPr lang="en-US" sz="1800" b="1" dirty="0"/>
            <a:t>Python</a:t>
          </a:r>
          <a:br>
            <a:rPr lang="en-US" sz="1300" dirty="0"/>
          </a:br>
          <a:r>
            <a:rPr lang="en-US" sz="1600" dirty="0"/>
            <a:t>Primary programming language for data analysis and preprocessing</a:t>
          </a:r>
          <a:endParaRPr lang="en-IN" sz="1600" dirty="0"/>
        </a:p>
      </dgm:t>
    </dgm:pt>
    <dgm:pt modelId="{370EFD4E-8718-44CE-8727-60E92929E061}" type="parTrans" cxnId="{AEAE7D59-175D-45FD-8F4C-9B70A93527B4}">
      <dgm:prSet/>
      <dgm:spPr/>
      <dgm:t>
        <a:bodyPr/>
        <a:lstStyle/>
        <a:p>
          <a:endParaRPr lang="en-IN"/>
        </a:p>
      </dgm:t>
    </dgm:pt>
    <dgm:pt modelId="{85E6854D-DD71-4ECC-81A0-E2B2F367DF5C}" type="sibTrans" cxnId="{AEAE7D59-175D-45FD-8F4C-9B70A93527B4}">
      <dgm:prSet/>
      <dgm:spPr/>
      <dgm:t>
        <a:bodyPr/>
        <a:lstStyle/>
        <a:p>
          <a:endParaRPr lang="en-IN"/>
        </a:p>
      </dgm:t>
    </dgm:pt>
    <dgm:pt modelId="{91AB0620-98EF-4837-9B39-77AA49AC3F4A}">
      <dgm:prSet phldrT="[Text]" custT="1"/>
      <dgm:spPr/>
      <dgm:t>
        <a:bodyPr/>
        <a:lstStyle/>
        <a:p>
          <a:r>
            <a:rPr lang="en-US" sz="1800" b="1"/>
            <a:t>Pandas and Numpy</a:t>
          </a:r>
          <a:br>
            <a:rPr lang="en-US" sz="1100"/>
          </a:br>
          <a:r>
            <a:rPr lang="en-US" sz="1600"/>
            <a:t>Data loading, cleaning, transformation, aggregation and numerical computation</a:t>
          </a:r>
          <a:endParaRPr lang="en-IN" sz="1600" dirty="0"/>
        </a:p>
      </dgm:t>
    </dgm:pt>
    <dgm:pt modelId="{C6B34A4B-4012-4677-A66E-B4F880AA1D11}" type="parTrans" cxnId="{10D916F9-869F-47D3-86D5-53262012B859}">
      <dgm:prSet/>
      <dgm:spPr/>
      <dgm:t>
        <a:bodyPr/>
        <a:lstStyle/>
        <a:p>
          <a:endParaRPr lang="en-IN"/>
        </a:p>
      </dgm:t>
    </dgm:pt>
    <dgm:pt modelId="{7434EC52-CCB2-4BBC-9549-67114D510DA7}" type="sibTrans" cxnId="{10D916F9-869F-47D3-86D5-53262012B859}">
      <dgm:prSet/>
      <dgm:spPr/>
      <dgm:t>
        <a:bodyPr/>
        <a:lstStyle/>
        <a:p>
          <a:endParaRPr lang="en-IN"/>
        </a:p>
      </dgm:t>
    </dgm:pt>
    <dgm:pt modelId="{961335AE-F910-4950-B514-EE9702766321}">
      <dgm:prSet phldrT="[Text]" custT="1"/>
      <dgm:spPr/>
      <dgm:t>
        <a:bodyPr/>
        <a:lstStyle/>
        <a:p>
          <a:r>
            <a:rPr lang="en-US" sz="1800" b="1" dirty="0">
              <a:solidFill>
                <a:schemeClr val="accent2">
                  <a:lumMod val="75000"/>
                </a:schemeClr>
              </a:solidFill>
            </a:rPr>
            <a:t>Matplotlib and Seaborn</a:t>
          </a:r>
          <a:br>
            <a:rPr lang="en-US" sz="900" dirty="0">
              <a:solidFill>
                <a:schemeClr val="accent2">
                  <a:lumMod val="75000"/>
                </a:schemeClr>
              </a:solidFill>
            </a:rPr>
          </a:br>
          <a:r>
            <a:rPr lang="en-US" sz="1600" dirty="0">
              <a:solidFill>
                <a:schemeClr val="accent2">
                  <a:lumMod val="75000"/>
                </a:schemeClr>
              </a:solidFill>
            </a:rPr>
            <a:t>Visualization using bar charts, histograms, boxplots, violin plots, scatterplots and heatmaps</a:t>
          </a:r>
          <a:endParaRPr lang="en-IN" sz="1600" dirty="0">
            <a:solidFill>
              <a:schemeClr val="accent2">
                <a:lumMod val="75000"/>
              </a:schemeClr>
            </a:solidFill>
          </a:endParaRPr>
        </a:p>
      </dgm:t>
    </dgm:pt>
    <dgm:pt modelId="{879AEB16-1026-458C-BC30-AB8F74A87371}" type="parTrans" cxnId="{B1E4C4B0-B0FC-484C-B741-CA96879AD427}">
      <dgm:prSet/>
      <dgm:spPr/>
      <dgm:t>
        <a:bodyPr/>
        <a:lstStyle/>
        <a:p>
          <a:endParaRPr lang="en-IN"/>
        </a:p>
      </dgm:t>
    </dgm:pt>
    <dgm:pt modelId="{034E1150-A489-4179-9DCE-0791CD5D98E2}" type="sibTrans" cxnId="{B1E4C4B0-B0FC-484C-B741-CA96879AD427}">
      <dgm:prSet/>
      <dgm:spPr/>
      <dgm:t>
        <a:bodyPr/>
        <a:lstStyle/>
        <a:p>
          <a:endParaRPr lang="en-IN"/>
        </a:p>
      </dgm:t>
    </dgm:pt>
    <dgm:pt modelId="{3FDB354A-E957-4D72-87EC-FA7DA2B5D664}">
      <dgm:prSet phldrT="[Text]" custT="1"/>
      <dgm:spPr/>
      <dgm:t>
        <a:bodyPr/>
        <a:lstStyle/>
        <a:p>
          <a:r>
            <a:rPr lang="en-US" sz="1800" b="1" dirty="0" err="1">
              <a:solidFill>
                <a:schemeClr val="accent2">
                  <a:lumMod val="50000"/>
                </a:schemeClr>
              </a:solidFill>
            </a:rPr>
            <a:t>Scipy</a:t>
          </a:r>
          <a:br>
            <a:rPr lang="en-US" sz="900" dirty="0">
              <a:solidFill>
                <a:schemeClr val="accent2">
                  <a:lumMod val="50000"/>
                </a:schemeClr>
              </a:solidFill>
            </a:rPr>
          </a:br>
          <a:r>
            <a:rPr lang="en-US" sz="1600" dirty="0">
              <a:solidFill>
                <a:schemeClr val="accent2">
                  <a:lumMod val="50000"/>
                </a:schemeClr>
              </a:solidFill>
            </a:rPr>
            <a:t>Statistical testing and hypothesis analysis</a:t>
          </a:r>
          <a:br>
            <a:rPr lang="en-US" sz="900" dirty="0">
              <a:solidFill>
                <a:schemeClr val="accent2">
                  <a:lumMod val="50000"/>
                </a:schemeClr>
              </a:solidFill>
            </a:rPr>
          </a:br>
          <a:endParaRPr lang="en-IN" sz="900" dirty="0">
            <a:solidFill>
              <a:schemeClr val="accent2">
                <a:lumMod val="50000"/>
              </a:schemeClr>
            </a:solidFill>
          </a:endParaRPr>
        </a:p>
      </dgm:t>
    </dgm:pt>
    <dgm:pt modelId="{630D80BC-3DBA-4B93-8018-4905445D6E5B}" type="parTrans" cxnId="{0148D1BC-B43D-4CBA-8EE1-F3FB8159DC3E}">
      <dgm:prSet/>
      <dgm:spPr/>
      <dgm:t>
        <a:bodyPr/>
        <a:lstStyle/>
        <a:p>
          <a:endParaRPr lang="en-IN"/>
        </a:p>
      </dgm:t>
    </dgm:pt>
    <dgm:pt modelId="{78FA57DA-F18C-4AAC-85FB-908A251C6F45}" type="sibTrans" cxnId="{0148D1BC-B43D-4CBA-8EE1-F3FB8159DC3E}">
      <dgm:prSet/>
      <dgm:spPr/>
      <dgm:t>
        <a:bodyPr/>
        <a:lstStyle/>
        <a:p>
          <a:endParaRPr lang="en-IN"/>
        </a:p>
      </dgm:t>
    </dgm:pt>
    <dgm:pt modelId="{63DF2250-89ED-4B2F-95F6-EB22C60A08DC}">
      <dgm:prSet phldrT="[Text]" custT="1"/>
      <dgm:spPr/>
      <dgm:t>
        <a:bodyPr/>
        <a:lstStyle/>
        <a:p>
          <a:r>
            <a:rPr lang="en-US" sz="1800" b="1"/>
            <a:t>Jupyter Notebook</a:t>
          </a:r>
          <a:br>
            <a:rPr lang="en-US" sz="900"/>
          </a:br>
          <a:r>
            <a:rPr lang="en-US" sz="1600"/>
            <a:t>Analysis, visualization and project documentation</a:t>
          </a:r>
          <a:endParaRPr lang="en-IN" sz="1600" dirty="0"/>
        </a:p>
      </dgm:t>
    </dgm:pt>
    <dgm:pt modelId="{B37337D1-3298-4B27-8C4D-E0C70CDF5479}" type="parTrans" cxnId="{4B33E6F7-C9BA-4220-AFC2-A4BCECA7C951}">
      <dgm:prSet/>
      <dgm:spPr/>
      <dgm:t>
        <a:bodyPr/>
        <a:lstStyle/>
        <a:p>
          <a:endParaRPr lang="en-IN"/>
        </a:p>
      </dgm:t>
    </dgm:pt>
    <dgm:pt modelId="{2169809C-D38F-42E6-B347-D8CB5FE7D14E}" type="sibTrans" cxnId="{4B33E6F7-C9BA-4220-AFC2-A4BCECA7C951}">
      <dgm:prSet/>
      <dgm:spPr/>
      <dgm:t>
        <a:bodyPr/>
        <a:lstStyle/>
        <a:p>
          <a:endParaRPr lang="en-IN"/>
        </a:p>
      </dgm:t>
    </dgm:pt>
    <dgm:pt modelId="{215C88FC-997B-48B8-BE98-AFB1BD39BC7A}" type="pres">
      <dgm:prSet presAssocID="{C3E58202-0B0C-4634-BBA2-77E590DDE60D}" presName="linear" presStyleCnt="0">
        <dgm:presLayoutVars>
          <dgm:dir/>
          <dgm:animLvl val="lvl"/>
          <dgm:resizeHandles val="exact"/>
        </dgm:presLayoutVars>
      </dgm:prSet>
      <dgm:spPr/>
    </dgm:pt>
    <dgm:pt modelId="{FC75E3AF-6129-417F-BF52-A0EFFF856E2B}" type="pres">
      <dgm:prSet presAssocID="{17D04014-75B0-4519-B2E5-8DC1EDA312B8}" presName="parentLin" presStyleCnt="0"/>
      <dgm:spPr/>
    </dgm:pt>
    <dgm:pt modelId="{9AEF49DD-460A-4C76-A141-66A7EF12A1ED}" type="pres">
      <dgm:prSet presAssocID="{17D04014-75B0-4519-B2E5-8DC1EDA312B8}" presName="parentLeftMargin" presStyleLbl="node1" presStyleIdx="0" presStyleCnt="5"/>
      <dgm:spPr/>
    </dgm:pt>
    <dgm:pt modelId="{5DE9102E-B755-4EE9-AC21-176C015194C5}" type="pres">
      <dgm:prSet presAssocID="{17D04014-75B0-4519-B2E5-8DC1EDA312B8}" presName="parentText" presStyleLbl="node1" presStyleIdx="0" presStyleCnt="5">
        <dgm:presLayoutVars>
          <dgm:chMax val="0"/>
          <dgm:bulletEnabled val="1"/>
        </dgm:presLayoutVars>
      </dgm:prSet>
      <dgm:spPr/>
    </dgm:pt>
    <dgm:pt modelId="{62D23413-730E-4889-942A-03B4A9267E74}" type="pres">
      <dgm:prSet presAssocID="{17D04014-75B0-4519-B2E5-8DC1EDA312B8}" presName="negativeSpace" presStyleCnt="0"/>
      <dgm:spPr/>
    </dgm:pt>
    <dgm:pt modelId="{9F3FC690-5F5E-434E-BCAD-187FCEFE5C50}" type="pres">
      <dgm:prSet presAssocID="{17D04014-75B0-4519-B2E5-8DC1EDA312B8}" presName="childText" presStyleLbl="conFgAcc1" presStyleIdx="0" presStyleCnt="5">
        <dgm:presLayoutVars>
          <dgm:bulletEnabled val="1"/>
        </dgm:presLayoutVars>
      </dgm:prSet>
      <dgm:spPr/>
    </dgm:pt>
    <dgm:pt modelId="{2DAEDF75-CA8B-49A4-ABCC-0159B432D928}" type="pres">
      <dgm:prSet presAssocID="{85E6854D-DD71-4ECC-81A0-E2B2F367DF5C}" presName="spaceBetweenRectangles" presStyleCnt="0"/>
      <dgm:spPr/>
    </dgm:pt>
    <dgm:pt modelId="{085455A4-990C-4DE7-A1D5-9F8BEB508364}" type="pres">
      <dgm:prSet presAssocID="{91AB0620-98EF-4837-9B39-77AA49AC3F4A}" presName="parentLin" presStyleCnt="0"/>
      <dgm:spPr/>
    </dgm:pt>
    <dgm:pt modelId="{0E6E5F69-B347-4378-B294-3B34A2B08BE6}" type="pres">
      <dgm:prSet presAssocID="{91AB0620-98EF-4837-9B39-77AA49AC3F4A}" presName="parentLeftMargin" presStyleLbl="node1" presStyleIdx="0" presStyleCnt="5"/>
      <dgm:spPr/>
    </dgm:pt>
    <dgm:pt modelId="{97EDFDE6-FCA3-4B79-B21B-A833E06D799A}" type="pres">
      <dgm:prSet presAssocID="{91AB0620-98EF-4837-9B39-77AA49AC3F4A}" presName="parentText" presStyleLbl="node1" presStyleIdx="1" presStyleCnt="5">
        <dgm:presLayoutVars>
          <dgm:chMax val="0"/>
          <dgm:bulletEnabled val="1"/>
        </dgm:presLayoutVars>
      </dgm:prSet>
      <dgm:spPr/>
    </dgm:pt>
    <dgm:pt modelId="{9EDF53E9-E955-4392-9709-AEBD63FB433B}" type="pres">
      <dgm:prSet presAssocID="{91AB0620-98EF-4837-9B39-77AA49AC3F4A}" presName="negativeSpace" presStyleCnt="0"/>
      <dgm:spPr/>
    </dgm:pt>
    <dgm:pt modelId="{CC94877C-BDD3-47C6-8F1B-520281F64FA1}" type="pres">
      <dgm:prSet presAssocID="{91AB0620-98EF-4837-9B39-77AA49AC3F4A}" presName="childText" presStyleLbl="conFgAcc1" presStyleIdx="1" presStyleCnt="5">
        <dgm:presLayoutVars>
          <dgm:bulletEnabled val="1"/>
        </dgm:presLayoutVars>
      </dgm:prSet>
      <dgm:spPr/>
    </dgm:pt>
    <dgm:pt modelId="{3B73DCC0-847E-45EB-99D4-774B2B3E34D8}" type="pres">
      <dgm:prSet presAssocID="{7434EC52-CCB2-4BBC-9549-67114D510DA7}" presName="spaceBetweenRectangles" presStyleCnt="0"/>
      <dgm:spPr/>
    </dgm:pt>
    <dgm:pt modelId="{1E98DE07-9464-46B5-A447-E657D2A3CA15}" type="pres">
      <dgm:prSet presAssocID="{961335AE-F910-4950-B514-EE9702766321}" presName="parentLin" presStyleCnt="0"/>
      <dgm:spPr/>
    </dgm:pt>
    <dgm:pt modelId="{D4D9CE33-70AF-4635-91AE-D819995CEBF8}" type="pres">
      <dgm:prSet presAssocID="{961335AE-F910-4950-B514-EE9702766321}" presName="parentLeftMargin" presStyleLbl="node1" presStyleIdx="1" presStyleCnt="5"/>
      <dgm:spPr/>
    </dgm:pt>
    <dgm:pt modelId="{7F87DF1F-307D-4664-86BF-F6E36B8C7BDD}" type="pres">
      <dgm:prSet presAssocID="{961335AE-F910-4950-B514-EE9702766321}" presName="parentText" presStyleLbl="node1" presStyleIdx="2" presStyleCnt="5">
        <dgm:presLayoutVars>
          <dgm:chMax val="0"/>
          <dgm:bulletEnabled val="1"/>
        </dgm:presLayoutVars>
      </dgm:prSet>
      <dgm:spPr/>
    </dgm:pt>
    <dgm:pt modelId="{0889C82E-3890-407B-8F74-C62B1063C4EE}" type="pres">
      <dgm:prSet presAssocID="{961335AE-F910-4950-B514-EE9702766321}" presName="negativeSpace" presStyleCnt="0"/>
      <dgm:spPr/>
    </dgm:pt>
    <dgm:pt modelId="{A2CD6E12-C05C-431F-88D0-AAC1182B07B7}" type="pres">
      <dgm:prSet presAssocID="{961335AE-F910-4950-B514-EE9702766321}" presName="childText" presStyleLbl="conFgAcc1" presStyleIdx="2" presStyleCnt="5">
        <dgm:presLayoutVars>
          <dgm:bulletEnabled val="1"/>
        </dgm:presLayoutVars>
      </dgm:prSet>
      <dgm:spPr/>
    </dgm:pt>
    <dgm:pt modelId="{B8D53DA9-206D-4AD0-B334-875178996455}" type="pres">
      <dgm:prSet presAssocID="{034E1150-A489-4179-9DCE-0791CD5D98E2}" presName="spaceBetweenRectangles" presStyleCnt="0"/>
      <dgm:spPr/>
    </dgm:pt>
    <dgm:pt modelId="{CCE63BB5-721A-464D-A29A-30ACAF180555}" type="pres">
      <dgm:prSet presAssocID="{3FDB354A-E957-4D72-87EC-FA7DA2B5D664}" presName="parentLin" presStyleCnt="0"/>
      <dgm:spPr/>
    </dgm:pt>
    <dgm:pt modelId="{96C1836B-0976-44C7-B2D5-47C5755AF346}" type="pres">
      <dgm:prSet presAssocID="{3FDB354A-E957-4D72-87EC-FA7DA2B5D664}" presName="parentLeftMargin" presStyleLbl="node1" presStyleIdx="2" presStyleCnt="5"/>
      <dgm:spPr/>
    </dgm:pt>
    <dgm:pt modelId="{9F5568DA-6DCD-4095-B47B-CCF4B70B2D3B}" type="pres">
      <dgm:prSet presAssocID="{3FDB354A-E957-4D72-87EC-FA7DA2B5D664}" presName="parentText" presStyleLbl="node1" presStyleIdx="3" presStyleCnt="5">
        <dgm:presLayoutVars>
          <dgm:chMax val="0"/>
          <dgm:bulletEnabled val="1"/>
        </dgm:presLayoutVars>
      </dgm:prSet>
      <dgm:spPr/>
    </dgm:pt>
    <dgm:pt modelId="{E13AC9E9-E59B-42F8-A7E9-1E19F5932D18}" type="pres">
      <dgm:prSet presAssocID="{3FDB354A-E957-4D72-87EC-FA7DA2B5D664}" presName="negativeSpace" presStyleCnt="0"/>
      <dgm:spPr/>
    </dgm:pt>
    <dgm:pt modelId="{5CF15DBB-6D6B-4AD9-91ED-D1F3607703B3}" type="pres">
      <dgm:prSet presAssocID="{3FDB354A-E957-4D72-87EC-FA7DA2B5D664}" presName="childText" presStyleLbl="conFgAcc1" presStyleIdx="3" presStyleCnt="5">
        <dgm:presLayoutVars>
          <dgm:bulletEnabled val="1"/>
        </dgm:presLayoutVars>
      </dgm:prSet>
      <dgm:spPr/>
    </dgm:pt>
    <dgm:pt modelId="{994CE950-C4E9-4193-848E-E2B9F3C81CFC}" type="pres">
      <dgm:prSet presAssocID="{78FA57DA-F18C-4AAC-85FB-908A251C6F45}" presName="spaceBetweenRectangles" presStyleCnt="0"/>
      <dgm:spPr/>
    </dgm:pt>
    <dgm:pt modelId="{36B7F4F3-B2C3-498B-A509-4F9B4B394893}" type="pres">
      <dgm:prSet presAssocID="{63DF2250-89ED-4B2F-95F6-EB22C60A08DC}" presName="parentLin" presStyleCnt="0"/>
      <dgm:spPr/>
    </dgm:pt>
    <dgm:pt modelId="{84FEF710-BC0F-4C77-B3F8-3BAA21EE9C8A}" type="pres">
      <dgm:prSet presAssocID="{63DF2250-89ED-4B2F-95F6-EB22C60A08DC}" presName="parentLeftMargin" presStyleLbl="node1" presStyleIdx="3" presStyleCnt="5"/>
      <dgm:spPr/>
    </dgm:pt>
    <dgm:pt modelId="{5E6D2131-49F4-4A7D-8230-3252A2A1DF4F}" type="pres">
      <dgm:prSet presAssocID="{63DF2250-89ED-4B2F-95F6-EB22C60A08DC}" presName="parentText" presStyleLbl="node1" presStyleIdx="4" presStyleCnt="5">
        <dgm:presLayoutVars>
          <dgm:chMax val="0"/>
          <dgm:bulletEnabled val="1"/>
        </dgm:presLayoutVars>
      </dgm:prSet>
      <dgm:spPr/>
    </dgm:pt>
    <dgm:pt modelId="{555C7457-4D3F-47BF-9A2A-6F9293C63D3E}" type="pres">
      <dgm:prSet presAssocID="{63DF2250-89ED-4B2F-95F6-EB22C60A08DC}" presName="negativeSpace" presStyleCnt="0"/>
      <dgm:spPr/>
    </dgm:pt>
    <dgm:pt modelId="{05F2D685-B9D7-4B9C-8C2A-C788A9F7E257}" type="pres">
      <dgm:prSet presAssocID="{63DF2250-89ED-4B2F-95F6-EB22C60A08DC}" presName="childText" presStyleLbl="conFgAcc1" presStyleIdx="4" presStyleCnt="5">
        <dgm:presLayoutVars>
          <dgm:bulletEnabled val="1"/>
        </dgm:presLayoutVars>
      </dgm:prSet>
      <dgm:spPr/>
    </dgm:pt>
  </dgm:ptLst>
  <dgm:cxnLst>
    <dgm:cxn modelId="{76AC0C02-412A-4993-ADD2-81B47D12A4FA}" type="presOf" srcId="{3FDB354A-E957-4D72-87EC-FA7DA2B5D664}" destId="{96C1836B-0976-44C7-B2D5-47C5755AF346}" srcOrd="0" destOrd="0" presId="urn:microsoft.com/office/officeart/2005/8/layout/list1"/>
    <dgm:cxn modelId="{67BB600F-DFBD-41C6-87C9-0BEA455879C0}" type="presOf" srcId="{3FDB354A-E957-4D72-87EC-FA7DA2B5D664}" destId="{9F5568DA-6DCD-4095-B47B-CCF4B70B2D3B}" srcOrd="1" destOrd="0" presId="urn:microsoft.com/office/officeart/2005/8/layout/list1"/>
    <dgm:cxn modelId="{5A30FE19-2D8D-4E63-AD48-9C340A48801F}" type="presOf" srcId="{91AB0620-98EF-4837-9B39-77AA49AC3F4A}" destId="{0E6E5F69-B347-4378-B294-3B34A2B08BE6}" srcOrd="0" destOrd="0" presId="urn:microsoft.com/office/officeart/2005/8/layout/list1"/>
    <dgm:cxn modelId="{1E14F656-EFFE-464E-ACBF-5CE45D71C9F0}" type="presOf" srcId="{961335AE-F910-4950-B514-EE9702766321}" destId="{7F87DF1F-307D-4664-86BF-F6E36B8C7BDD}" srcOrd="1" destOrd="0" presId="urn:microsoft.com/office/officeart/2005/8/layout/list1"/>
    <dgm:cxn modelId="{AEAE7D59-175D-45FD-8F4C-9B70A93527B4}" srcId="{C3E58202-0B0C-4634-BBA2-77E590DDE60D}" destId="{17D04014-75B0-4519-B2E5-8DC1EDA312B8}" srcOrd="0" destOrd="0" parTransId="{370EFD4E-8718-44CE-8727-60E92929E061}" sibTransId="{85E6854D-DD71-4ECC-81A0-E2B2F367DF5C}"/>
    <dgm:cxn modelId="{F9296086-29F2-4205-BF29-ED57DABBEBC5}" type="presOf" srcId="{C3E58202-0B0C-4634-BBA2-77E590DDE60D}" destId="{215C88FC-997B-48B8-BE98-AFB1BD39BC7A}" srcOrd="0" destOrd="0" presId="urn:microsoft.com/office/officeart/2005/8/layout/list1"/>
    <dgm:cxn modelId="{151BE995-4556-4AE7-B3A5-A7B45456BE7E}" type="presOf" srcId="{63DF2250-89ED-4B2F-95F6-EB22C60A08DC}" destId="{84FEF710-BC0F-4C77-B3F8-3BAA21EE9C8A}" srcOrd="0" destOrd="0" presId="urn:microsoft.com/office/officeart/2005/8/layout/list1"/>
    <dgm:cxn modelId="{B1E4C4B0-B0FC-484C-B741-CA96879AD427}" srcId="{C3E58202-0B0C-4634-BBA2-77E590DDE60D}" destId="{961335AE-F910-4950-B514-EE9702766321}" srcOrd="2" destOrd="0" parTransId="{879AEB16-1026-458C-BC30-AB8F74A87371}" sibTransId="{034E1150-A489-4179-9DCE-0791CD5D98E2}"/>
    <dgm:cxn modelId="{55C431B3-3B9F-4CF1-B1D1-94554398E0DE}" type="presOf" srcId="{63DF2250-89ED-4B2F-95F6-EB22C60A08DC}" destId="{5E6D2131-49F4-4A7D-8230-3252A2A1DF4F}" srcOrd="1" destOrd="0" presId="urn:microsoft.com/office/officeart/2005/8/layout/list1"/>
    <dgm:cxn modelId="{0148D1BC-B43D-4CBA-8EE1-F3FB8159DC3E}" srcId="{C3E58202-0B0C-4634-BBA2-77E590DDE60D}" destId="{3FDB354A-E957-4D72-87EC-FA7DA2B5D664}" srcOrd="3" destOrd="0" parTransId="{630D80BC-3DBA-4B93-8018-4905445D6E5B}" sibTransId="{78FA57DA-F18C-4AAC-85FB-908A251C6F45}"/>
    <dgm:cxn modelId="{F406F1BD-3037-4B76-9F18-910581FE7E3A}" type="presOf" srcId="{961335AE-F910-4950-B514-EE9702766321}" destId="{D4D9CE33-70AF-4635-91AE-D819995CEBF8}" srcOrd="0" destOrd="0" presId="urn:microsoft.com/office/officeart/2005/8/layout/list1"/>
    <dgm:cxn modelId="{952A59C1-EBBD-45CB-99C7-55876C4DE4F9}" type="presOf" srcId="{17D04014-75B0-4519-B2E5-8DC1EDA312B8}" destId="{5DE9102E-B755-4EE9-AC21-176C015194C5}" srcOrd="1" destOrd="0" presId="urn:microsoft.com/office/officeart/2005/8/layout/list1"/>
    <dgm:cxn modelId="{1B32C4CF-407B-40B6-86F2-764F2FA8CB71}" type="presOf" srcId="{17D04014-75B0-4519-B2E5-8DC1EDA312B8}" destId="{9AEF49DD-460A-4C76-A141-66A7EF12A1ED}" srcOrd="0" destOrd="0" presId="urn:microsoft.com/office/officeart/2005/8/layout/list1"/>
    <dgm:cxn modelId="{0DA4DDD3-F1AB-46F6-80DB-F93956AA8B3F}" type="presOf" srcId="{91AB0620-98EF-4837-9B39-77AA49AC3F4A}" destId="{97EDFDE6-FCA3-4B79-B21B-A833E06D799A}" srcOrd="1" destOrd="0" presId="urn:microsoft.com/office/officeart/2005/8/layout/list1"/>
    <dgm:cxn modelId="{4B33E6F7-C9BA-4220-AFC2-A4BCECA7C951}" srcId="{C3E58202-0B0C-4634-BBA2-77E590DDE60D}" destId="{63DF2250-89ED-4B2F-95F6-EB22C60A08DC}" srcOrd="4" destOrd="0" parTransId="{B37337D1-3298-4B27-8C4D-E0C70CDF5479}" sibTransId="{2169809C-D38F-42E6-B347-D8CB5FE7D14E}"/>
    <dgm:cxn modelId="{10D916F9-869F-47D3-86D5-53262012B859}" srcId="{C3E58202-0B0C-4634-BBA2-77E590DDE60D}" destId="{91AB0620-98EF-4837-9B39-77AA49AC3F4A}" srcOrd="1" destOrd="0" parTransId="{C6B34A4B-4012-4677-A66E-B4F880AA1D11}" sibTransId="{7434EC52-CCB2-4BBC-9549-67114D510DA7}"/>
    <dgm:cxn modelId="{2F031CCF-9199-4A36-BF2B-D6640C91F38D}" type="presParOf" srcId="{215C88FC-997B-48B8-BE98-AFB1BD39BC7A}" destId="{FC75E3AF-6129-417F-BF52-A0EFFF856E2B}" srcOrd="0" destOrd="0" presId="urn:microsoft.com/office/officeart/2005/8/layout/list1"/>
    <dgm:cxn modelId="{30293D0B-E645-4CE1-8F75-60EF04F49D4E}" type="presParOf" srcId="{FC75E3AF-6129-417F-BF52-A0EFFF856E2B}" destId="{9AEF49DD-460A-4C76-A141-66A7EF12A1ED}" srcOrd="0" destOrd="0" presId="urn:microsoft.com/office/officeart/2005/8/layout/list1"/>
    <dgm:cxn modelId="{E98C6892-43DB-42E5-895B-03324A5EB5B8}" type="presParOf" srcId="{FC75E3AF-6129-417F-BF52-A0EFFF856E2B}" destId="{5DE9102E-B755-4EE9-AC21-176C015194C5}" srcOrd="1" destOrd="0" presId="urn:microsoft.com/office/officeart/2005/8/layout/list1"/>
    <dgm:cxn modelId="{249F1999-C832-4643-AD6A-5781C966BA2B}" type="presParOf" srcId="{215C88FC-997B-48B8-BE98-AFB1BD39BC7A}" destId="{62D23413-730E-4889-942A-03B4A9267E74}" srcOrd="1" destOrd="0" presId="urn:microsoft.com/office/officeart/2005/8/layout/list1"/>
    <dgm:cxn modelId="{947B6B61-66A6-493B-AE8E-FABC5B18A8E7}" type="presParOf" srcId="{215C88FC-997B-48B8-BE98-AFB1BD39BC7A}" destId="{9F3FC690-5F5E-434E-BCAD-187FCEFE5C50}" srcOrd="2" destOrd="0" presId="urn:microsoft.com/office/officeart/2005/8/layout/list1"/>
    <dgm:cxn modelId="{3DBFFE60-7298-40FB-8B41-FDC7D2DE0C5A}" type="presParOf" srcId="{215C88FC-997B-48B8-BE98-AFB1BD39BC7A}" destId="{2DAEDF75-CA8B-49A4-ABCC-0159B432D928}" srcOrd="3" destOrd="0" presId="urn:microsoft.com/office/officeart/2005/8/layout/list1"/>
    <dgm:cxn modelId="{FAC9AAB5-7E92-4397-BFC4-0B22D4C1DA18}" type="presParOf" srcId="{215C88FC-997B-48B8-BE98-AFB1BD39BC7A}" destId="{085455A4-990C-4DE7-A1D5-9F8BEB508364}" srcOrd="4" destOrd="0" presId="urn:microsoft.com/office/officeart/2005/8/layout/list1"/>
    <dgm:cxn modelId="{418FD926-D5DC-4F86-B14A-EBF51B9E75DA}" type="presParOf" srcId="{085455A4-990C-4DE7-A1D5-9F8BEB508364}" destId="{0E6E5F69-B347-4378-B294-3B34A2B08BE6}" srcOrd="0" destOrd="0" presId="urn:microsoft.com/office/officeart/2005/8/layout/list1"/>
    <dgm:cxn modelId="{8126AC1D-C0AF-4C07-B92C-7A76C577445C}" type="presParOf" srcId="{085455A4-990C-4DE7-A1D5-9F8BEB508364}" destId="{97EDFDE6-FCA3-4B79-B21B-A833E06D799A}" srcOrd="1" destOrd="0" presId="urn:microsoft.com/office/officeart/2005/8/layout/list1"/>
    <dgm:cxn modelId="{D2556065-D720-4AA4-AC56-CC459AD5FB52}" type="presParOf" srcId="{215C88FC-997B-48B8-BE98-AFB1BD39BC7A}" destId="{9EDF53E9-E955-4392-9709-AEBD63FB433B}" srcOrd="5" destOrd="0" presId="urn:microsoft.com/office/officeart/2005/8/layout/list1"/>
    <dgm:cxn modelId="{06CE1AD7-5BF2-42B1-9AC5-052616BD6CCC}" type="presParOf" srcId="{215C88FC-997B-48B8-BE98-AFB1BD39BC7A}" destId="{CC94877C-BDD3-47C6-8F1B-520281F64FA1}" srcOrd="6" destOrd="0" presId="urn:microsoft.com/office/officeart/2005/8/layout/list1"/>
    <dgm:cxn modelId="{B92F8C8F-C54A-45D8-B1FA-C3DDD22D879F}" type="presParOf" srcId="{215C88FC-997B-48B8-BE98-AFB1BD39BC7A}" destId="{3B73DCC0-847E-45EB-99D4-774B2B3E34D8}" srcOrd="7" destOrd="0" presId="urn:microsoft.com/office/officeart/2005/8/layout/list1"/>
    <dgm:cxn modelId="{96A2BB1C-AADD-4D27-978F-82BECA29040D}" type="presParOf" srcId="{215C88FC-997B-48B8-BE98-AFB1BD39BC7A}" destId="{1E98DE07-9464-46B5-A447-E657D2A3CA15}" srcOrd="8" destOrd="0" presId="urn:microsoft.com/office/officeart/2005/8/layout/list1"/>
    <dgm:cxn modelId="{3EBF25CD-59D2-4633-A76B-D2F611DA1CCB}" type="presParOf" srcId="{1E98DE07-9464-46B5-A447-E657D2A3CA15}" destId="{D4D9CE33-70AF-4635-91AE-D819995CEBF8}" srcOrd="0" destOrd="0" presId="urn:microsoft.com/office/officeart/2005/8/layout/list1"/>
    <dgm:cxn modelId="{A8C2A009-EC33-4355-9FB7-74C9DB039006}" type="presParOf" srcId="{1E98DE07-9464-46B5-A447-E657D2A3CA15}" destId="{7F87DF1F-307D-4664-86BF-F6E36B8C7BDD}" srcOrd="1" destOrd="0" presId="urn:microsoft.com/office/officeart/2005/8/layout/list1"/>
    <dgm:cxn modelId="{F8401098-E100-42AF-B28E-2F0D9C539518}" type="presParOf" srcId="{215C88FC-997B-48B8-BE98-AFB1BD39BC7A}" destId="{0889C82E-3890-407B-8F74-C62B1063C4EE}" srcOrd="9" destOrd="0" presId="urn:microsoft.com/office/officeart/2005/8/layout/list1"/>
    <dgm:cxn modelId="{5080EE0D-76E6-4F8F-82F1-574EADA626B2}" type="presParOf" srcId="{215C88FC-997B-48B8-BE98-AFB1BD39BC7A}" destId="{A2CD6E12-C05C-431F-88D0-AAC1182B07B7}" srcOrd="10" destOrd="0" presId="urn:microsoft.com/office/officeart/2005/8/layout/list1"/>
    <dgm:cxn modelId="{AA47E974-3D18-43F0-8485-4501BCF67F31}" type="presParOf" srcId="{215C88FC-997B-48B8-BE98-AFB1BD39BC7A}" destId="{B8D53DA9-206D-4AD0-B334-875178996455}" srcOrd="11" destOrd="0" presId="urn:microsoft.com/office/officeart/2005/8/layout/list1"/>
    <dgm:cxn modelId="{6D4A946F-1CE9-487E-B54F-331C6A1B1B23}" type="presParOf" srcId="{215C88FC-997B-48B8-BE98-AFB1BD39BC7A}" destId="{CCE63BB5-721A-464D-A29A-30ACAF180555}" srcOrd="12" destOrd="0" presId="urn:microsoft.com/office/officeart/2005/8/layout/list1"/>
    <dgm:cxn modelId="{5D16338E-1445-4268-9CE4-10E78D6DF1BE}" type="presParOf" srcId="{CCE63BB5-721A-464D-A29A-30ACAF180555}" destId="{96C1836B-0976-44C7-B2D5-47C5755AF346}" srcOrd="0" destOrd="0" presId="urn:microsoft.com/office/officeart/2005/8/layout/list1"/>
    <dgm:cxn modelId="{B84EFBA5-1EE5-4950-9B7F-6B95325CE610}" type="presParOf" srcId="{CCE63BB5-721A-464D-A29A-30ACAF180555}" destId="{9F5568DA-6DCD-4095-B47B-CCF4B70B2D3B}" srcOrd="1" destOrd="0" presId="urn:microsoft.com/office/officeart/2005/8/layout/list1"/>
    <dgm:cxn modelId="{C1B1DE63-DDBB-4750-83D4-F2F62D966938}" type="presParOf" srcId="{215C88FC-997B-48B8-BE98-AFB1BD39BC7A}" destId="{E13AC9E9-E59B-42F8-A7E9-1E19F5932D18}" srcOrd="13" destOrd="0" presId="urn:microsoft.com/office/officeart/2005/8/layout/list1"/>
    <dgm:cxn modelId="{87D3B85E-954D-4E79-AFA3-39E2F4CAA9DC}" type="presParOf" srcId="{215C88FC-997B-48B8-BE98-AFB1BD39BC7A}" destId="{5CF15DBB-6D6B-4AD9-91ED-D1F3607703B3}" srcOrd="14" destOrd="0" presId="urn:microsoft.com/office/officeart/2005/8/layout/list1"/>
    <dgm:cxn modelId="{3DECE4B7-C294-4DA4-BE76-913E5B4D4FD4}" type="presParOf" srcId="{215C88FC-997B-48B8-BE98-AFB1BD39BC7A}" destId="{994CE950-C4E9-4193-848E-E2B9F3C81CFC}" srcOrd="15" destOrd="0" presId="urn:microsoft.com/office/officeart/2005/8/layout/list1"/>
    <dgm:cxn modelId="{2FD58174-342D-4E2C-BEB3-5173CE4EDE14}" type="presParOf" srcId="{215C88FC-997B-48B8-BE98-AFB1BD39BC7A}" destId="{36B7F4F3-B2C3-498B-A509-4F9B4B394893}" srcOrd="16" destOrd="0" presId="urn:microsoft.com/office/officeart/2005/8/layout/list1"/>
    <dgm:cxn modelId="{F8A73144-FF16-4FBF-B8F2-CA93316A455D}" type="presParOf" srcId="{36B7F4F3-B2C3-498B-A509-4F9B4B394893}" destId="{84FEF710-BC0F-4C77-B3F8-3BAA21EE9C8A}" srcOrd="0" destOrd="0" presId="urn:microsoft.com/office/officeart/2005/8/layout/list1"/>
    <dgm:cxn modelId="{B6834DFB-6284-4511-9889-2A5043DA91F1}" type="presParOf" srcId="{36B7F4F3-B2C3-498B-A509-4F9B4B394893}" destId="{5E6D2131-49F4-4A7D-8230-3252A2A1DF4F}" srcOrd="1" destOrd="0" presId="urn:microsoft.com/office/officeart/2005/8/layout/list1"/>
    <dgm:cxn modelId="{581FC397-DC14-49A2-8E6A-21F3B10776A0}" type="presParOf" srcId="{215C88FC-997B-48B8-BE98-AFB1BD39BC7A}" destId="{555C7457-4D3F-47BF-9A2A-6F9293C63D3E}" srcOrd="17" destOrd="0" presId="urn:microsoft.com/office/officeart/2005/8/layout/list1"/>
    <dgm:cxn modelId="{3E21CC20-E59E-4527-ADAE-5ECF5C0B8DFD}" type="presParOf" srcId="{215C88FC-997B-48B8-BE98-AFB1BD39BC7A}" destId="{05F2D685-B9D7-4B9C-8C2A-C788A9F7E257}" srcOrd="18"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E487CE-9F67-4B6D-8FAA-A476786B9C78}"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IN"/>
        </a:p>
      </dgm:t>
    </dgm:pt>
    <dgm:pt modelId="{6F6A2811-F843-4DEB-BAD1-B0ADC409FFD4}">
      <dgm:prSet phldrT="[Text]" custT="1"/>
      <dgm:spPr/>
      <dgm:t>
        <a:bodyPr/>
        <a:lstStyle/>
        <a:p>
          <a:r>
            <a:rPr lang="en-US" sz="1600" b="1" dirty="0">
              <a:solidFill>
                <a:schemeClr val="accent1">
                  <a:lumMod val="20000"/>
                  <a:lumOff val="80000"/>
                </a:schemeClr>
              </a:solidFill>
            </a:rPr>
            <a:t>4,000</a:t>
          </a:r>
          <a:br>
            <a:rPr lang="en-US" sz="1800" dirty="0">
              <a:solidFill>
                <a:schemeClr val="accent1">
                  <a:lumMod val="20000"/>
                  <a:lumOff val="80000"/>
                </a:schemeClr>
              </a:solidFill>
            </a:rPr>
          </a:br>
          <a:r>
            <a:rPr lang="en-US" sz="1200" dirty="0">
              <a:solidFill>
                <a:schemeClr val="accent1">
                  <a:lumMod val="20000"/>
                  <a:lumOff val="80000"/>
                </a:schemeClr>
              </a:solidFill>
            </a:rPr>
            <a:t>Rows</a:t>
          </a:r>
          <a:endParaRPr lang="en-IN" sz="1800" dirty="0">
            <a:solidFill>
              <a:schemeClr val="accent1">
                <a:lumMod val="20000"/>
                <a:lumOff val="80000"/>
              </a:schemeClr>
            </a:solidFill>
          </a:endParaRPr>
        </a:p>
      </dgm:t>
    </dgm:pt>
    <dgm:pt modelId="{FE1423C8-4133-4FBE-818B-01492FE8263F}" type="parTrans" cxnId="{F99228CA-2496-4A2C-8943-0F59EFB2658B}">
      <dgm:prSet/>
      <dgm:spPr/>
      <dgm:t>
        <a:bodyPr/>
        <a:lstStyle/>
        <a:p>
          <a:endParaRPr lang="en-IN"/>
        </a:p>
      </dgm:t>
    </dgm:pt>
    <dgm:pt modelId="{40DCB111-4E7F-4F8A-AC78-50A8D2031806}" type="sibTrans" cxnId="{F99228CA-2496-4A2C-8943-0F59EFB2658B}">
      <dgm:prSet/>
      <dgm:spPr/>
      <dgm:t>
        <a:bodyPr/>
        <a:lstStyle/>
        <a:p>
          <a:endParaRPr lang="en-IN"/>
        </a:p>
      </dgm:t>
    </dgm:pt>
    <dgm:pt modelId="{534ED296-C5C1-4DB5-9ADC-DBAEE50D6CB6}">
      <dgm:prSet phldrT="[Text]" custT="1"/>
      <dgm:spPr/>
      <dgm:t>
        <a:bodyPr/>
        <a:lstStyle/>
        <a:p>
          <a:r>
            <a:rPr lang="en-US" sz="1800" b="1" dirty="0"/>
            <a:t>28</a:t>
          </a:r>
          <a:br>
            <a:rPr lang="en-US" sz="1800" dirty="0"/>
          </a:br>
          <a:r>
            <a:rPr lang="en-US" sz="1200" dirty="0"/>
            <a:t>Columns</a:t>
          </a:r>
          <a:endParaRPr lang="en-IN" sz="1800" dirty="0"/>
        </a:p>
      </dgm:t>
    </dgm:pt>
    <dgm:pt modelId="{CDCAF7B7-62C1-4DDF-BD50-8AE41364C91A}" type="parTrans" cxnId="{95F0AEB6-126D-46C7-9540-9454DABF3131}">
      <dgm:prSet/>
      <dgm:spPr/>
      <dgm:t>
        <a:bodyPr/>
        <a:lstStyle/>
        <a:p>
          <a:endParaRPr lang="en-IN"/>
        </a:p>
      </dgm:t>
    </dgm:pt>
    <dgm:pt modelId="{D51617E7-0382-4832-8D18-743737A32A7F}" type="sibTrans" cxnId="{95F0AEB6-126D-46C7-9540-9454DABF3131}">
      <dgm:prSet/>
      <dgm:spPr/>
      <dgm:t>
        <a:bodyPr/>
        <a:lstStyle/>
        <a:p>
          <a:endParaRPr lang="en-IN"/>
        </a:p>
      </dgm:t>
    </dgm:pt>
    <dgm:pt modelId="{E72A58E7-E16E-4B82-ADFF-DC35677D9CE5}">
      <dgm:prSet phldrT="[Text]" custT="1"/>
      <dgm:spPr/>
      <dgm:t>
        <a:bodyPr/>
        <a:lstStyle/>
        <a:p>
          <a:r>
            <a:rPr lang="en-US" sz="1600" b="1" dirty="0">
              <a:solidFill>
                <a:schemeClr val="accent2">
                  <a:lumMod val="50000"/>
                </a:schemeClr>
              </a:solidFill>
            </a:rPr>
            <a:t>3</a:t>
          </a:r>
          <a:br>
            <a:rPr lang="en-US" sz="1800" dirty="0">
              <a:solidFill>
                <a:schemeClr val="accent2">
                  <a:lumMod val="50000"/>
                </a:schemeClr>
              </a:solidFill>
            </a:rPr>
          </a:br>
          <a:r>
            <a:rPr lang="en-US" sz="1200" dirty="0">
              <a:solidFill>
                <a:schemeClr val="accent2">
                  <a:lumMod val="50000"/>
                </a:schemeClr>
              </a:solidFill>
            </a:rPr>
            <a:t>Columns with missing values</a:t>
          </a:r>
          <a:endParaRPr lang="en-IN" sz="1800" dirty="0">
            <a:solidFill>
              <a:schemeClr val="accent2">
                <a:lumMod val="50000"/>
              </a:schemeClr>
            </a:solidFill>
          </a:endParaRPr>
        </a:p>
      </dgm:t>
    </dgm:pt>
    <dgm:pt modelId="{68F1FDF3-BB28-4365-8EC6-6159353216AA}" type="parTrans" cxnId="{D5492907-C008-49F1-A1BA-066E88E3A060}">
      <dgm:prSet/>
      <dgm:spPr/>
      <dgm:t>
        <a:bodyPr/>
        <a:lstStyle/>
        <a:p>
          <a:endParaRPr lang="en-IN"/>
        </a:p>
      </dgm:t>
    </dgm:pt>
    <dgm:pt modelId="{5EBFFFBC-2C26-46FD-A61F-C6EA140F5BDB}" type="sibTrans" cxnId="{D5492907-C008-49F1-A1BA-066E88E3A060}">
      <dgm:prSet/>
      <dgm:spPr/>
      <dgm:t>
        <a:bodyPr/>
        <a:lstStyle/>
        <a:p>
          <a:endParaRPr lang="en-IN"/>
        </a:p>
      </dgm:t>
    </dgm:pt>
    <dgm:pt modelId="{F15938ED-4179-42E7-8FFC-C8800C533A6B}">
      <dgm:prSet phldrT="[Text]" custT="1"/>
      <dgm:spPr/>
      <dgm:t>
        <a:bodyPr/>
        <a:lstStyle/>
        <a:p>
          <a:r>
            <a:rPr lang="en-US" sz="1600" b="1" dirty="0">
              <a:solidFill>
                <a:schemeClr val="accent2">
                  <a:lumMod val="75000"/>
                </a:schemeClr>
              </a:solidFill>
            </a:rPr>
            <a:t>&lt;1.2%</a:t>
          </a:r>
          <a:r>
            <a:rPr lang="en-US" sz="1800" dirty="0">
              <a:solidFill>
                <a:schemeClr val="accent2">
                  <a:lumMod val="75000"/>
                </a:schemeClr>
              </a:solidFill>
            </a:rPr>
            <a:t>	</a:t>
          </a:r>
          <a:br>
            <a:rPr lang="en-US" sz="1800" dirty="0">
              <a:solidFill>
                <a:schemeClr val="accent2">
                  <a:lumMod val="75000"/>
                </a:schemeClr>
              </a:solidFill>
            </a:rPr>
          </a:br>
          <a:r>
            <a:rPr lang="en-US" sz="1200" dirty="0">
              <a:solidFill>
                <a:schemeClr val="accent2">
                  <a:lumMod val="75000"/>
                </a:schemeClr>
              </a:solidFill>
            </a:rPr>
            <a:t>Max missing rate</a:t>
          </a:r>
          <a:endParaRPr lang="en-IN" sz="1800" dirty="0">
            <a:solidFill>
              <a:schemeClr val="accent2">
                <a:lumMod val="75000"/>
              </a:schemeClr>
            </a:solidFill>
          </a:endParaRPr>
        </a:p>
      </dgm:t>
    </dgm:pt>
    <dgm:pt modelId="{70E26171-C05E-4E46-97DD-78CE6AD62E47}" type="parTrans" cxnId="{AA2BDAD3-CF06-4AA0-B512-95041DF33BDB}">
      <dgm:prSet/>
      <dgm:spPr/>
      <dgm:t>
        <a:bodyPr/>
        <a:lstStyle/>
        <a:p>
          <a:endParaRPr lang="en-IN"/>
        </a:p>
      </dgm:t>
    </dgm:pt>
    <dgm:pt modelId="{A72B576D-2972-4399-B3A8-B1D512E32013}" type="sibTrans" cxnId="{AA2BDAD3-CF06-4AA0-B512-95041DF33BDB}">
      <dgm:prSet/>
      <dgm:spPr/>
      <dgm:t>
        <a:bodyPr/>
        <a:lstStyle/>
        <a:p>
          <a:endParaRPr lang="en-IN"/>
        </a:p>
      </dgm:t>
    </dgm:pt>
    <dgm:pt modelId="{748BD7D6-91E7-46A9-BD45-1EEE3D9EDB08}" type="pres">
      <dgm:prSet presAssocID="{CEE487CE-9F67-4B6D-8FAA-A476786B9C78}" presName="diagram" presStyleCnt="0">
        <dgm:presLayoutVars>
          <dgm:dir/>
          <dgm:resizeHandles val="exact"/>
        </dgm:presLayoutVars>
      </dgm:prSet>
      <dgm:spPr/>
    </dgm:pt>
    <dgm:pt modelId="{4738D899-A57B-466F-A93B-287D5410684A}" type="pres">
      <dgm:prSet presAssocID="{6F6A2811-F843-4DEB-BAD1-B0ADC409FFD4}" presName="node" presStyleLbl="node1" presStyleIdx="0" presStyleCnt="4" custScaleY="152930">
        <dgm:presLayoutVars>
          <dgm:bulletEnabled val="1"/>
        </dgm:presLayoutVars>
      </dgm:prSet>
      <dgm:spPr>
        <a:prstGeom prst="roundRect">
          <a:avLst/>
        </a:prstGeom>
      </dgm:spPr>
    </dgm:pt>
    <dgm:pt modelId="{3E44E4EB-D718-4858-8B66-6DAC47FDC706}" type="pres">
      <dgm:prSet presAssocID="{40DCB111-4E7F-4F8A-AC78-50A8D2031806}" presName="sibTrans" presStyleCnt="0"/>
      <dgm:spPr/>
    </dgm:pt>
    <dgm:pt modelId="{B7A4B1B3-E652-4E90-AA99-268E28540E34}" type="pres">
      <dgm:prSet presAssocID="{534ED296-C5C1-4DB5-9ADC-DBAEE50D6CB6}" presName="node" presStyleLbl="node1" presStyleIdx="1" presStyleCnt="4" custScaleY="155049" custLinFactNeighborX="1" custLinFactNeighborY="-1092">
        <dgm:presLayoutVars>
          <dgm:bulletEnabled val="1"/>
        </dgm:presLayoutVars>
      </dgm:prSet>
      <dgm:spPr>
        <a:prstGeom prst="roundRect">
          <a:avLst/>
        </a:prstGeom>
      </dgm:spPr>
    </dgm:pt>
    <dgm:pt modelId="{A5D6569A-5AF5-435B-BA29-3E29C2505023}" type="pres">
      <dgm:prSet presAssocID="{D51617E7-0382-4832-8D18-743737A32A7F}" presName="sibTrans" presStyleCnt="0"/>
      <dgm:spPr/>
    </dgm:pt>
    <dgm:pt modelId="{A230DE94-F3A2-4794-971F-248315D4B33B}" type="pres">
      <dgm:prSet presAssocID="{E72A58E7-E16E-4B82-ADFF-DC35677D9CE5}" presName="node" presStyleLbl="node1" presStyleIdx="2" presStyleCnt="4" custScaleY="155049">
        <dgm:presLayoutVars>
          <dgm:bulletEnabled val="1"/>
        </dgm:presLayoutVars>
      </dgm:prSet>
      <dgm:spPr>
        <a:prstGeom prst="roundRect">
          <a:avLst/>
        </a:prstGeom>
      </dgm:spPr>
    </dgm:pt>
    <dgm:pt modelId="{DDA0D8C7-91B9-4C86-966D-B74637BFD101}" type="pres">
      <dgm:prSet presAssocID="{5EBFFFBC-2C26-46FD-A61F-C6EA140F5BDB}" presName="sibTrans" presStyleCnt="0"/>
      <dgm:spPr/>
    </dgm:pt>
    <dgm:pt modelId="{98346ECB-4218-42C2-BADB-4637F1DEC029}" type="pres">
      <dgm:prSet presAssocID="{F15938ED-4179-42E7-8FFC-C8800C533A6B}" presName="node" presStyleLbl="node1" presStyleIdx="3" presStyleCnt="4" custScaleY="155160" custLinFactY="-26587" custLinFactNeighborX="0" custLinFactNeighborY="-100000">
        <dgm:presLayoutVars>
          <dgm:bulletEnabled val="1"/>
        </dgm:presLayoutVars>
      </dgm:prSet>
      <dgm:spPr>
        <a:prstGeom prst="roundRect">
          <a:avLst/>
        </a:prstGeom>
      </dgm:spPr>
    </dgm:pt>
  </dgm:ptLst>
  <dgm:cxnLst>
    <dgm:cxn modelId="{C8E32707-6B22-4FFB-BDF4-BFB7F90949CA}" type="presOf" srcId="{6F6A2811-F843-4DEB-BAD1-B0ADC409FFD4}" destId="{4738D899-A57B-466F-A93B-287D5410684A}" srcOrd="0" destOrd="0" presId="urn:microsoft.com/office/officeart/2005/8/layout/default"/>
    <dgm:cxn modelId="{D5492907-C008-49F1-A1BA-066E88E3A060}" srcId="{CEE487CE-9F67-4B6D-8FAA-A476786B9C78}" destId="{E72A58E7-E16E-4B82-ADFF-DC35677D9CE5}" srcOrd="2" destOrd="0" parTransId="{68F1FDF3-BB28-4365-8EC6-6159353216AA}" sibTransId="{5EBFFFBC-2C26-46FD-A61F-C6EA140F5BDB}"/>
    <dgm:cxn modelId="{1B9A7515-FA28-4115-8486-8F66EF52FC42}" type="presOf" srcId="{CEE487CE-9F67-4B6D-8FAA-A476786B9C78}" destId="{748BD7D6-91E7-46A9-BD45-1EEE3D9EDB08}" srcOrd="0" destOrd="0" presId="urn:microsoft.com/office/officeart/2005/8/layout/default"/>
    <dgm:cxn modelId="{73FC43A9-CFFB-44DE-812E-8D266E596639}" type="presOf" srcId="{F15938ED-4179-42E7-8FFC-C8800C533A6B}" destId="{98346ECB-4218-42C2-BADB-4637F1DEC029}" srcOrd="0" destOrd="0" presId="urn:microsoft.com/office/officeart/2005/8/layout/default"/>
    <dgm:cxn modelId="{95F0AEB6-126D-46C7-9540-9454DABF3131}" srcId="{CEE487CE-9F67-4B6D-8FAA-A476786B9C78}" destId="{534ED296-C5C1-4DB5-9ADC-DBAEE50D6CB6}" srcOrd="1" destOrd="0" parTransId="{CDCAF7B7-62C1-4DDF-BD50-8AE41364C91A}" sibTransId="{D51617E7-0382-4832-8D18-743737A32A7F}"/>
    <dgm:cxn modelId="{6C089CBF-7706-4B2C-A987-72AD7095086F}" type="presOf" srcId="{E72A58E7-E16E-4B82-ADFF-DC35677D9CE5}" destId="{A230DE94-F3A2-4794-971F-248315D4B33B}" srcOrd="0" destOrd="0" presId="urn:microsoft.com/office/officeart/2005/8/layout/default"/>
    <dgm:cxn modelId="{F99228CA-2496-4A2C-8943-0F59EFB2658B}" srcId="{CEE487CE-9F67-4B6D-8FAA-A476786B9C78}" destId="{6F6A2811-F843-4DEB-BAD1-B0ADC409FFD4}" srcOrd="0" destOrd="0" parTransId="{FE1423C8-4133-4FBE-818B-01492FE8263F}" sibTransId="{40DCB111-4E7F-4F8A-AC78-50A8D2031806}"/>
    <dgm:cxn modelId="{AA2BDAD3-CF06-4AA0-B512-95041DF33BDB}" srcId="{CEE487CE-9F67-4B6D-8FAA-A476786B9C78}" destId="{F15938ED-4179-42E7-8FFC-C8800C533A6B}" srcOrd="3" destOrd="0" parTransId="{70E26171-C05E-4E46-97DD-78CE6AD62E47}" sibTransId="{A72B576D-2972-4399-B3A8-B1D512E32013}"/>
    <dgm:cxn modelId="{6B9057FD-6436-434E-8955-A6BBDB1A5C8C}" type="presOf" srcId="{534ED296-C5C1-4DB5-9ADC-DBAEE50D6CB6}" destId="{B7A4B1B3-E652-4E90-AA99-268E28540E34}" srcOrd="0" destOrd="0" presId="urn:microsoft.com/office/officeart/2005/8/layout/default"/>
    <dgm:cxn modelId="{100558C8-8F03-46E9-967E-D96616699DCE}" type="presParOf" srcId="{748BD7D6-91E7-46A9-BD45-1EEE3D9EDB08}" destId="{4738D899-A57B-466F-A93B-287D5410684A}" srcOrd="0" destOrd="0" presId="urn:microsoft.com/office/officeart/2005/8/layout/default"/>
    <dgm:cxn modelId="{5C4AE645-C342-4E68-A787-3BA14A5008FD}" type="presParOf" srcId="{748BD7D6-91E7-46A9-BD45-1EEE3D9EDB08}" destId="{3E44E4EB-D718-4858-8B66-6DAC47FDC706}" srcOrd="1" destOrd="0" presId="urn:microsoft.com/office/officeart/2005/8/layout/default"/>
    <dgm:cxn modelId="{2B39D18B-A3BD-471E-9E6D-9A3F9EEB8169}" type="presParOf" srcId="{748BD7D6-91E7-46A9-BD45-1EEE3D9EDB08}" destId="{B7A4B1B3-E652-4E90-AA99-268E28540E34}" srcOrd="2" destOrd="0" presId="urn:microsoft.com/office/officeart/2005/8/layout/default"/>
    <dgm:cxn modelId="{AAE48BCA-CE55-436C-BDA2-414B3C410DF0}" type="presParOf" srcId="{748BD7D6-91E7-46A9-BD45-1EEE3D9EDB08}" destId="{A5D6569A-5AF5-435B-BA29-3E29C2505023}" srcOrd="3" destOrd="0" presId="urn:microsoft.com/office/officeart/2005/8/layout/default"/>
    <dgm:cxn modelId="{4F907721-C849-4A3F-BD4F-EA5D17DE7291}" type="presParOf" srcId="{748BD7D6-91E7-46A9-BD45-1EEE3D9EDB08}" destId="{A230DE94-F3A2-4794-971F-248315D4B33B}" srcOrd="4" destOrd="0" presId="urn:microsoft.com/office/officeart/2005/8/layout/default"/>
    <dgm:cxn modelId="{92766FAA-66AF-4DC6-AD6F-4245D709AF38}" type="presParOf" srcId="{748BD7D6-91E7-46A9-BD45-1EEE3D9EDB08}" destId="{DDA0D8C7-91B9-4C86-966D-B74637BFD101}" srcOrd="5" destOrd="0" presId="urn:microsoft.com/office/officeart/2005/8/layout/default"/>
    <dgm:cxn modelId="{17DFB07A-44E6-405E-B08C-A47CD9E3A149}" type="presParOf" srcId="{748BD7D6-91E7-46A9-BD45-1EEE3D9EDB08}" destId="{98346ECB-4218-42C2-BADB-4637F1DEC029}"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97F7F8D-48C5-413E-9477-B4C1C5D97675}" type="doc">
      <dgm:prSet loTypeId="urn:microsoft.com/office/officeart/2008/layout/BendingPictureCaptionList" loCatId="picture" qsTypeId="urn:microsoft.com/office/officeart/2005/8/quickstyle/simple1" qsCatId="simple" csTypeId="urn:microsoft.com/office/officeart/2005/8/colors/accent2_5" csCatId="accent2" phldr="1"/>
      <dgm:spPr/>
      <dgm:t>
        <a:bodyPr/>
        <a:lstStyle/>
        <a:p>
          <a:endParaRPr lang="en-IN"/>
        </a:p>
      </dgm:t>
    </dgm:pt>
    <dgm:pt modelId="{D1B4F6BA-AD07-4980-9220-CBB8002634D6}">
      <dgm:prSet phldrT="[Text]" custT="1"/>
      <dgm:spPr/>
      <dgm:t>
        <a:bodyPr/>
        <a:lstStyle/>
        <a:p>
          <a:r>
            <a:rPr lang="en-US" sz="2000" dirty="0"/>
            <a:t>Kharif</a:t>
          </a:r>
          <a:endParaRPr lang="en-IN" sz="2000" dirty="0"/>
        </a:p>
      </dgm:t>
    </dgm:pt>
    <dgm:pt modelId="{F79442A8-BE32-46A1-99EE-EDCD60B6DC5C}" type="parTrans" cxnId="{ABDB55E2-5416-4033-AC7F-8B82581F7108}">
      <dgm:prSet/>
      <dgm:spPr/>
      <dgm:t>
        <a:bodyPr/>
        <a:lstStyle/>
        <a:p>
          <a:endParaRPr lang="en-IN"/>
        </a:p>
      </dgm:t>
    </dgm:pt>
    <dgm:pt modelId="{8F02F727-79D7-4900-BE64-56FA4297E1D5}" type="sibTrans" cxnId="{ABDB55E2-5416-4033-AC7F-8B82581F7108}">
      <dgm:prSet/>
      <dgm:spPr/>
      <dgm:t>
        <a:bodyPr/>
        <a:lstStyle/>
        <a:p>
          <a:endParaRPr lang="en-IN"/>
        </a:p>
      </dgm:t>
    </dgm:pt>
    <dgm:pt modelId="{284378B8-508C-4D45-806F-33D432377943}">
      <dgm:prSet phldrT="[Text]" custT="1"/>
      <dgm:spPr/>
      <dgm:t>
        <a:bodyPr/>
        <a:lstStyle/>
        <a:p>
          <a:r>
            <a:rPr lang="en-US" sz="2000" dirty="0"/>
            <a:t>Rabi</a:t>
          </a:r>
          <a:endParaRPr lang="en-IN" sz="2000" dirty="0"/>
        </a:p>
      </dgm:t>
    </dgm:pt>
    <dgm:pt modelId="{130C7BB8-AB7C-4A78-90A7-8C41F38B4B3E}" type="parTrans" cxnId="{7D0D414E-3E2D-4DC3-99A8-2823911A06E1}">
      <dgm:prSet/>
      <dgm:spPr/>
      <dgm:t>
        <a:bodyPr/>
        <a:lstStyle/>
        <a:p>
          <a:endParaRPr lang="en-IN"/>
        </a:p>
      </dgm:t>
    </dgm:pt>
    <dgm:pt modelId="{63A8EA4E-ECF8-4750-8117-18C218C63A57}" type="sibTrans" cxnId="{7D0D414E-3E2D-4DC3-99A8-2823911A06E1}">
      <dgm:prSet/>
      <dgm:spPr/>
      <dgm:t>
        <a:bodyPr/>
        <a:lstStyle/>
        <a:p>
          <a:endParaRPr lang="en-IN"/>
        </a:p>
      </dgm:t>
    </dgm:pt>
    <dgm:pt modelId="{EB5C94B7-EBFC-4DAB-B26E-726E5580290D}">
      <dgm:prSet phldrT="[Text]" custT="1"/>
      <dgm:spPr/>
      <dgm:t>
        <a:bodyPr/>
        <a:lstStyle/>
        <a:p>
          <a:r>
            <a:rPr lang="en-US" sz="2000" dirty="0"/>
            <a:t>Zaid</a:t>
          </a:r>
          <a:endParaRPr lang="en-IN" sz="2000" dirty="0"/>
        </a:p>
      </dgm:t>
    </dgm:pt>
    <dgm:pt modelId="{6CA84B5B-F378-4F92-AE91-4E0F565B5949}" type="parTrans" cxnId="{9F38AE5F-56F2-466D-9576-A9E354B14104}">
      <dgm:prSet/>
      <dgm:spPr/>
      <dgm:t>
        <a:bodyPr/>
        <a:lstStyle/>
        <a:p>
          <a:endParaRPr lang="en-IN"/>
        </a:p>
      </dgm:t>
    </dgm:pt>
    <dgm:pt modelId="{372D06D9-FFD4-4A00-9F98-8C69DCCAFA18}" type="sibTrans" cxnId="{9F38AE5F-56F2-466D-9576-A9E354B14104}">
      <dgm:prSet/>
      <dgm:spPr/>
      <dgm:t>
        <a:bodyPr/>
        <a:lstStyle/>
        <a:p>
          <a:endParaRPr lang="en-IN"/>
        </a:p>
      </dgm:t>
    </dgm:pt>
    <dgm:pt modelId="{CA0BFD28-86AC-40BA-BB76-2A709EEB1DF1}" type="pres">
      <dgm:prSet presAssocID="{E97F7F8D-48C5-413E-9477-B4C1C5D97675}" presName="Name0" presStyleCnt="0">
        <dgm:presLayoutVars>
          <dgm:dir/>
          <dgm:resizeHandles val="exact"/>
        </dgm:presLayoutVars>
      </dgm:prSet>
      <dgm:spPr/>
    </dgm:pt>
    <dgm:pt modelId="{86F5717C-F636-446C-B7EF-8ED72A761866}" type="pres">
      <dgm:prSet presAssocID="{D1B4F6BA-AD07-4980-9220-CBB8002634D6}" presName="composite" presStyleCnt="0"/>
      <dgm:spPr/>
    </dgm:pt>
    <dgm:pt modelId="{728575E3-3DCD-4D44-B762-6FEF073DFFAE}" type="pres">
      <dgm:prSet presAssocID="{D1B4F6BA-AD07-4980-9220-CBB8002634D6}" presName="rect1" presStyleLbl="bgImgPlace1" presStyleIdx="0" presStyleCnt="3"/>
      <dgm:spPr/>
    </dgm:pt>
    <dgm:pt modelId="{BE676533-A666-4DAB-A86F-6B13D9593D63}" type="pres">
      <dgm:prSet presAssocID="{D1B4F6BA-AD07-4980-9220-CBB8002634D6}" presName="wedgeRectCallout1" presStyleLbl="node1" presStyleIdx="0" presStyleCnt="3">
        <dgm:presLayoutVars>
          <dgm:bulletEnabled val="1"/>
        </dgm:presLayoutVars>
      </dgm:prSet>
      <dgm:spPr/>
    </dgm:pt>
    <dgm:pt modelId="{5275486E-ACFC-4A74-8842-4B583663CA7B}" type="pres">
      <dgm:prSet presAssocID="{8F02F727-79D7-4900-BE64-56FA4297E1D5}" presName="sibTrans" presStyleCnt="0"/>
      <dgm:spPr/>
    </dgm:pt>
    <dgm:pt modelId="{9623A642-8E4A-4865-95E5-78F662550784}" type="pres">
      <dgm:prSet presAssocID="{284378B8-508C-4D45-806F-33D432377943}" presName="composite" presStyleCnt="0"/>
      <dgm:spPr/>
    </dgm:pt>
    <dgm:pt modelId="{DF84FB27-B331-4664-8680-7EF209375387}" type="pres">
      <dgm:prSet presAssocID="{284378B8-508C-4D45-806F-33D432377943}" presName="rect1" presStyleLbl="bgImgPlace1" presStyleIdx="1" presStyleCnt="3"/>
      <dgm:spPr/>
    </dgm:pt>
    <dgm:pt modelId="{AB7AE046-516C-4AE5-8A16-08C4CF638B75}" type="pres">
      <dgm:prSet presAssocID="{284378B8-508C-4D45-806F-33D432377943}" presName="wedgeRectCallout1" presStyleLbl="node1" presStyleIdx="1" presStyleCnt="3">
        <dgm:presLayoutVars>
          <dgm:bulletEnabled val="1"/>
        </dgm:presLayoutVars>
      </dgm:prSet>
      <dgm:spPr/>
    </dgm:pt>
    <dgm:pt modelId="{31897B01-EAE0-4C35-9E1D-D360EA84C9EA}" type="pres">
      <dgm:prSet presAssocID="{63A8EA4E-ECF8-4750-8117-18C218C63A57}" presName="sibTrans" presStyleCnt="0"/>
      <dgm:spPr/>
    </dgm:pt>
    <dgm:pt modelId="{C2B4ABBD-ADCE-4CEF-A31E-030E7804A030}" type="pres">
      <dgm:prSet presAssocID="{EB5C94B7-EBFC-4DAB-B26E-726E5580290D}" presName="composite" presStyleCnt="0"/>
      <dgm:spPr/>
    </dgm:pt>
    <dgm:pt modelId="{0CC4A8EB-919C-4259-A694-7A68140A8816}" type="pres">
      <dgm:prSet presAssocID="{EB5C94B7-EBFC-4DAB-B26E-726E5580290D}" presName="rect1" presStyleLbl="bgImgPlace1" presStyleIdx="2" presStyleCnt="3"/>
      <dgm:spPr/>
    </dgm:pt>
    <dgm:pt modelId="{BEAF83B4-6B14-480C-B5F5-D238D4A03A14}" type="pres">
      <dgm:prSet presAssocID="{EB5C94B7-EBFC-4DAB-B26E-726E5580290D}" presName="wedgeRectCallout1" presStyleLbl="node1" presStyleIdx="2" presStyleCnt="3">
        <dgm:presLayoutVars>
          <dgm:bulletEnabled val="1"/>
        </dgm:presLayoutVars>
      </dgm:prSet>
      <dgm:spPr/>
    </dgm:pt>
  </dgm:ptLst>
  <dgm:cxnLst>
    <dgm:cxn modelId="{62B08929-F485-4D6B-95C6-10D985794275}" type="presOf" srcId="{E97F7F8D-48C5-413E-9477-B4C1C5D97675}" destId="{CA0BFD28-86AC-40BA-BB76-2A709EEB1DF1}" srcOrd="0" destOrd="0" presId="urn:microsoft.com/office/officeart/2008/layout/BendingPictureCaptionList"/>
    <dgm:cxn modelId="{0FAB082D-14DE-4B2B-A408-63FB32AA7CE2}" type="presOf" srcId="{D1B4F6BA-AD07-4980-9220-CBB8002634D6}" destId="{BE676533-A666-4DAB-A86F-6B13D9593D63}" srcOrd="0" destOrd="0" presId="urn:microsoft.com/office/officeart/2008/layout/BendingPictureCaptionList"/>
    <dgm:cxn modelId="{9F38AE5F-56F2-466D-9576-A9E354B14104}" srcId="{E97F7F8D-48C5-413E-9477-B4C1C5D97675}" destId="{EB5C94B7-EBFC-4DAB-B26E-726E5580290D}" srcOrd="2" destOrd="0" parTransId="{6CA84B5B-F378-4F92-AE91-4E0F565B5949}" sibTransId="{372D06D9-FFD4-4A00-9F98-8C69DCCAFA18}"/>
    <dgm:cxn modelId="{7D0D414E-3E2D-4DC3-99A8-2823911A06E1}" srcId="{E97F7F8D-48C5-413E-9477-B4C1C5D97675}" destId="{284378B8-508C-4D45-806F-33D432377943}" srcOrd="1" destOrd="0" parTransId="{130C7BB8-AB7C-4A78-90A7-8C41F38B4B3E}" sibTransId="{63A8EA4E-ECF8-4750-8117-18C218C63A57}"/>
    <dgm:cxn modelId="{8CADD475-EF1E-453B-909C-41E84A1ADD88}" type="presOf" srcId="{EB5C94B7-EBFC-4DAB-B26E-726E5580290D}" destId="{BEAF83B4-6B14-480C-B5F5-D238D4A03A14}" srcOrd="0" destOrd="0" presId="urn:microsoft.com/office/officeart/2008/layout/BendingPictureCaptionList"/>
    <dgm:cxn modelId="{C3D45B56-9E31-47DF-8981-574B5B81259E}" type="presOf" srcId="{284378B8-508C-4D45-806F-33D432377943}" destId="{AB7AE046-516C-4AE5-8A16-08C4CF638B75}" srcOrd="0" destOrd="0" presId="urn:microsoft.com/office/officeart/2008/layout/BendingPictureCaptionList"/>
    <dgm:cxn modelId="{ABDB55E2-5416-4033-AC7F-8B82581F7108}" srcId="{E97F7F8D-48C5-413E-9477-B4C1C5D97675}" destId="{D1B4F6BA-AD07-4980-9220-CBB8002634D6}" srcOrd="0" destOrd="0" parTransId="{F79442A8-BE32-46A1-99EE-EDCD60B6DC5C}" sibTransId="{8F02F727-79D7-4900-BE64-56FA4297E1D5}"/>
    <dgm:cxn modelId="{98F3DD71-DC7F-441E-B7E0-24A99E1244E0}" type="presParOf" srcId="{CA0BFD28-86AC-40BA-BB76-2A709EEB1DF1}" destId="{86F5717C-F636-446C-B7EF-8ED72A761866}" srcOrd="0" destOrd="0" presId="urn:microsoft.com/office/officeart/2008/layout/BendingPictureCaptionList"/>
    <dgm:cxn modelId="{AF809FEF-2BF9-4CDA-A966-1662A3B1316A}" type="presParOf" srcId="{86F5717C-F636-446C-B7EF-8ED72A761866}" destId="{728575E3-3DCD-4D44-B762-6FEF073DFFAE}" srcOrd="0" destOrd="0" presId="urn:microsoft.com/office/officeart/2008/layout/BendingPictureCaptionList"/>
    <dgm:cxn modelId="{385C57F7-3B51-41C5-9881-F298E9FAC3AC}" type="presParOf" srcId="{86F5717C-F636-446C-B7EF-8ED72A761866}" destId="{BE676533-A666-4DAB-A86F-6B13D9593D63}" srcOrd="1" destOrd="0" presId="urn:microsoft.com/office/officeart/2008/layout/BendingPictureCaptionList"/>
    <dgm:cxn modelId="{62A92430-F9EF-4C9D-9136-E358AF6AE740}" type="presParOf" srcId="{CA0BFD28-86AC-40BA-BB76-2A709EEB1DF1}" destId="{5275486E-ACFC-4A74-8842-4B583663CA7B}" srcOrd="1" destOrd="0" presId="urn:microsoft.com/office/officeart/2008/layout/BendingPictureCaptionList"/>
    <dgm:cxn modelId="{E093FC3C-500E-48C3-8C68-126F78533C6F}" type="presParOf" srcId="{CA0BFD28-86AC-40BA-BB76-2A709EEB1DF1}" destId="{9623A642-8E4A-4865-95E5-78F662550784}" srcOrd="2" destOrd="0" presId="urn:microsoft.com/office/officeart/2008/layout/BendingPictureCaptionList"/>
    <dgm:cxn modelId="{1EA313E4-DA90-4A36-A5DB-A0CB1FB2D996}" type="presParOf" srcId="{9623A642-8E4A-4865-95E5-78F662550784}" destId="{DF84FB27-B331-4664-8680-7EF209375387}" srcOrd="0" destOrd="0" presId="urn:microsoft.com/office/officeart/2008/layout/BendingPictureCaptionList"/>
    <dgm:cxn modelId="{B7A78666-9432-4968-9BC4-CD7D411855B9}" type="presParOf" srcId="{9623A642-8E4A-4865-95E5-78F662550784}" destId="{AB7AE046-516C-4AE5-8A16-08C4CF638B75}" srcOrd="1" destOrd="0" presId="urn:microsoft.com/office/officeart/2008/layout/BendingPictureCaptionList"/>
    <dgm:cxn modelId="{B758B314-70FE-47F9-AB1A-6D0D970D90DD}" type="presParOf" srcId="{CA0BFD28-86AC-40BA-BB76-2A709EEB1DF1}" destId="{31897B01-EAE0-4C35-9E1D-D360EA84C9EA}" srcOrd="3" destOrd="0" presId="urn:microsoft.com/office/officeart/2008/layout/BendingPictureCaptionList"/>
    <dgm:cxn modelId="{02C3B978-00DD-4C21-B5C2-76EF742808C3}" type="presParOf" srcId="{CA0BFD28-86AC-40BA-BB76-2A709EEB1DF1}" destId="{C2B4ABBD-ADCE-4CEF-A31E-030E7804A030}" srcOrd="4" destOrd="0" presId="urn:microsoft.com/office/officeart/2008/layout/BendingPictureCaptionList"/>
    <dgm:cxn modelId="{A20574AF-D4AB-4D03-B060-D9F18CBB8999}" type="presParOf" srcId="{C2B4ABBD-ADCE-4CEF-A31E-030E7804A030}" destId="{0CC4A8EB-919C-4259-A694-7A68140A8816}" srcOrd="0" destOrd="0" presId="urn:microsoft.com/office/officeart/2008/layout/BendingPictureCaptionList"/>
    <dgm:cxn modelId="{EDE85A55-FA7B-4C5C-8753-688BF37C46A8}" type="presParOf" srcId="{C2B4ABBD-ADCE-4CEF-A31E-030E7804A030}" destId="{BEAF83B4-6B14-480C-B5F5-D238D4A03A14}" srcOrd="1" destOrd="0" presId="urn:microsoft.com/office/officeart/2008/layout/BendingPictureCa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EE487CE-9F67-4B6D-8FAA-A476786B9C78}"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IN"/>
        </a:p>
      </dgm:t>
    </dgm:pt>
    <dgm:pt modelId="{6F6A2811-F843-4DEB-BAD1-B0ADC409FFD4}">
      <dgm:prSet phldrT="[Text]" custT="1"/>
      <dgm:spPr/>
      <dgm:t>
        <a:bodyPr/>
        <a:lstStyle/>
        <a:p>
          <a:r>
            <a:rPr lang="en-US" sz="1800" b="1" dirty="0">
              <a:solidFill>
                <a:schemeClr val="accent1">
                  <a:lumMod val="20000"/>
                  <a:lumOff val="80000"/>
                </a:schemeClr>
              </a:solidFill>
            </a:rPr>
            <a:t>FLOOD</a:t>
          </a:r>
          <a:br>
            <a:rPr lang="en-US" sz="1800" dirty="0">
              <a:solidFill>
                <a:schemeClr val="accent1">
                  <a:lumMod val="20000"/>
                  <a:lumOff val="80000"/>
                </a:schemeClr>
              </a:solidFill>
            </a:rPr>
          </a:br>
          <a:r>
            <a:rPr lang="en-US" sz="1400" dirty="0">
              <a:solidFill>
                <a:schemeClr val="accent1">
                  <a:lumMod val="20000"/>
                  <a:lumOff val="80000"/>
                </a:schemeClr>
              </a:solidFill>
            </a:rPr>
            <a:t>Highest water use</a:t>
          </a:r>
          <a:br>
            <a:rPr lang="en-US" sz="1400" dirty="0">
              <a:solidFill>
                <a:schemeClr val="accent1">
                  <a:lumMod val="20000"/>
                  <a:lumOff val="80000"/>
                </a:schemeClr>
              </a:solidFill>
            </a:rPr>
          </a:br>
          <a:r>
            <a:rPr lang="en-US" sz="1400" dirty="0">
              <a:solidFill>
                <a:schemeClr val="accent1">
                  <a:lumMod val="20000"/>
                  <a:lumOff val="80000"/>
                </a:schemeClr>
              </a:solidFill>
            </a:rPr>
            <a:t>Median water use: </a:t>
          </a:r>
          <a:r>
            <a:rPr lang="en-IN" sz="1400" b="1" dirty="0"/>
            <a:t>6,326 m³</a:t>
          </a:r>
          <a:endParaRPr lang="en-IN" sz="1800" dirty="0">
            <a:solidFill>
              <a:schemeClr val="accent1">
                <a:lumMod val="20000"/>
                <a:lumOff val="80000"/>
              </a:schemeClr>
            </a:solidFill>
          </a:endParaRPr>
        </a:p>
      </dgm:t>
    </dgm:pt>
    <dgm:pt modelId="{FE1423C8-4133-4FBE-818B-01492FE8263F}" type="parTrans" cxnId="{F99228CA-2496-4A2C-8943-0F59EFB2658B}">
      <dgm:prSet/>
      <dgm:spPr/>
      <dgm:t>
        <a:bodyPr/>
        <a:lstStyle/>
        <a:p>
          <a:endParaRPr lang="en-IN"/>
        </a:p>
      </dgm:t>
    </dgm:pt>
    <dgm:pt modelId="{40DCB111-4E7F-4F8A-AC78-50A8D2031806}" type="sibTrans" cxnId="{F99228CA-2496-4A2C-8943-0F59EFB2658B}">
      <dgm:prSet/>
      <dgm:spPr/>
      <dgm:t>
        <a:bodyPr/>
        <a:lstStyle/>
        <a:p>
          <a:endParaRPr lang="en-IN"/>
        </a:p>
      </dgm:t>
    </dgm:pt>
    <dgm:pt modelId="{534ED296-C5C1-4DB5-9ADC-DBAEE50D6CB6}">
      <dgm:prSet phldrT="[Text]" custT="1"/>
      <dgm:spPr/>
      <dgm:t>
        <a:bodyPr/>
        <a:lstStyle/>
        <a:p>
          <a:r>
            <a:rPr lang="en-US" sz="1800" b="1" dirty="0"/>
            <a:t>RAINFED</a:t>
          </a:r>
          <a:br>
            <a:rPr lang="en-US" sz="2100" dirty="0"/>
          </a:br>
          <a:r>
            <a:rPr lang="en-US" sz="1400" dirty="0"/>
            <a:t>Highest water efficiency</a:t>
          </a:r>
          <a:br>
            <a:rPr lang="en-US" sz="1400" dirty="0"/>
          </a:br>
          <a:r>
            <a:rPr lang="en-US" sz="1400" dirty="0"/>
            <a:t>Median efficiency: </a:t>
          </a:r>
          <a:r>
            <a:rPr lang="en-IN" sz="1400" b="1" dirty="0"/>
            <a:t>4.58 t/1,000 m³</a:t>
          </a:r>
          <a:endParaRPr lang="en-IN" sz="2400" dirty="0"/>
        </a:p>
      </dgm:t>
    </dgm:pt>
    <dgm:pt modelId="{CDCAF7B7-62C1-4DDF-BD50-8AE41364C91A}" type="parTrans" cxnId="{95F0AEB6-126D-46C7-9540-9454DABF3131}">
      <dgm:prSet/>
      <dgm:spPr/>
      <dgm:t>
        <a:bodyPr/>
        <a:lstStyle/>
        <a:p>
          <a:endParaRPr lang="en-IN"/>
        </a:p>
      </dgm:t>
    </dgm:pt>
    <dgm:pt modelId="{D51617E7-0382-4832-8D18-743737A32A7F}" type="sibTrans" cxnId="{95F0AEB6-126D-46C7-9540-9454DABF3131}">
      <dgm:prSet/>
      <dgm:spPr/>
      <dgm:t>
        <a:bodyPr/>
        <a:lstStyle/>
        <a:p>
          <a:endParaRPr lang="en-IN"/>
        </a:p>
      </dgm:t>
    </dgm:pt>
    <dgm:pt modelId="{E72A58E7-E16E-4B82-ADFF-DC35677D9CE5}">
      <dgm:prSet phldrT="[Text]" custT="1"/>
      <dgm:spPr/>
      <dgm:t>
        <a:bodyPr/>
        <a:lstStyle/>
        <a:p>
          <a:r>
            <a:rPr lang="en-US" sz="1800" b="1" dirty="0">
              <a:solidFill>
                <a:schemeClr val="accent2">
                  <a:lumMod val="50000"/>
                </a:schemeClr>
              </a:solidFill>
            </a:rPr>
            <a:t>DRIP</a:t>
          </a:r>
          <a:br>
            <a:rPr lang="en-US" sz="2100" dirty="0">
              <a:solidFill>
                <a:schemeClr val="accent2">
                  <a:lumMod val="50000"/>
                </a:schemeClr>
              </a:solidFill>
            </a:rPr>
          </a:br>
          <a:r>
            <a:rPr lang="en-US" sz="1400" dirty="0">
              <a:solidFill>
                <a:schemeClr val="accent2">
                  <a:lumMod val="50000"/>
                </a:schemeClr>
              </a:solidFill>
            </a:rPr>
            <a:t>Strong overall balance </a:t>
          </a:r>
          <a:br>
            <a:rPr lang="en-US" sz="1400" dirty="0">
              <a:solidFill>
                <a:schemeClr val="accent2">
                  <a:lumMod val="50000"/>
                </a:schemeClr>
              </a:solidFill>
            </a:rPr>
          </a:br>
          <a:r>
            <a:rPr lang="en-US" sz="1400" dirty="0">
              <a:solidFill>
                <a:schemeClr val="accent2">
                  <a:lumMod val="50000"/>
                </a:schemeClr>
              </a:solidFill>
            </a:rPr>
            <a:t>Median yield: </a:t>
          </a:r>
          <a:r>
            <a:rPr lang="en-IN" sz="1400" b="0" dirty="0">
              <a:solidFill>
                <a:srgbClr val="174261"/>
              </a:solidFill>
            </a:rPr>
            <a:t>1.94 t/ha</a:t>
          </a:r>
          <a:endParaRPr lang="en-IN" sz="1800" b="0" dirty="0">
            <a:solidFill>
              <a:srgbClr val="174261"/>
            </a:solidFill>
          </a:endParaRPr>
        </a:p>
      </dgm:t>
    </dgm:pt>
    <dgm:pt modelId="{68F1FDF3-BB28-4365-8EC6-6159353216AA}" type="parTrans" cxnId="{D5492907-C008-49F1-A1BA-066E88E3A060}">
      <dgm:prSet/>
      <dgm:spPr/>
      <dgm:t>
        <a:bodyPr/>
        <a:lstStyle/>
        <a:p>
          <a:endParaRPr lang="en-IN"/>
        </a:p>
      </dgm:t>
    </dgm:pt>
    <dgm:pt modelId="{5EBFFFBC-2C26-46FD-A61F-C6EA140F5BDB}" type="sibTrans" cxnId="{D5492907-C008-49F1-A1BA-066E88E3A060}">
      <dgm:prSet/>
      <dgm:spPr/>
      <dgm:t>
        <a:bodyPr/>
        <a:lstStyle/>
        <a:p>
          <a:endParaRPr lang="en-IN"/>
        </a:p>
      </dgm:t>
    </dgm:pt>
    <dgm:pt modelId="{F15938ED-4179-42E7-8FFC-C8800C533A6B}">
      <dgm:prSet phldrT="[Text]" custT="1"/>
      <dgm:spPr/>
      <dgm:t>
        <a:bodyPr/>
        <a:lstStyle/>
        <a:p>
          <a:r>
            <a:rPr lang="en-US" sz="1800" b="1" dirty="0">
              <a:solidFill>
                <a:schemeClr val="accent2">
                  <a:lumMod val="75000"/>
                </a:schemeClr>
              </a:solidFill>
            </a:rPr>
            <a:t>SPRINKLER</a:t>
          </a:r>
          <a:br>
            <a:rPr lang="en-US" sz="1700" dirty="0">
              <a:solidFill>
                <a:schemeClr val="accent2">
                  <a:lumMod val="75000"/>
                </a:schemeClr>
              </a:solidFill>
            </a:rPr>
          </a:br>
          <a:r>
            <a:rPr lang="en-US" sz="1400" dirty="0">
              <a:solidFill>
                <a:schemeClr val="accent2">
                  <a:lumMod val="75000"/>
                </a:schemeClr>
              </a:solidFill>
            </a:rPr>
            <a:t>Immediate performance</a:t>
          </a:r>
          <a:br>
            <a:rPr lang="en-US" sz="1400" dirty="0">
              <a:solidFill>
                <a:schemeClr val="accent2">
                  <a:lumMod val="75000"/>
                </a:schemeClr>
              </a:solidFill>
            </a:rPr>
          </a:br>
          <a:r>
            <a:rPr lang="en-US" sz="1400" dirty="0">
              <a:solidFill>
                <a:schemeClr val="accent2">
                  <a:lumMod val="75000"/>
                </a:schemeClr>
              </a:solidFill>
            </a:rPr>
            <a:t>Median efficiency: </a:t>
          </a:r>
          <a:r>
            <a:rPr lang="en-IN" sz="1400" b="0" dirty="0">
              <a:solidFill>
                <a:srgbClr val="236292"/>
              </a:solidFill>
            </a:rPr>
            <a:t>2.65 t/1,000 m³</a:t>
          </a:r>
        </a:p>
      </dgm:t>
    </dgm:pt>
    <dgm:pt modelId="{70E26171-C05E-4E46-97DD-78CE6AD62E47}" type="parTrans" cxnId="{AA2BDAD3-CF06-4AA0-B512-95041DF33BDB}">
      <dgm:prSet/>
      <dgm:spPr/>
      <dgm:t>
        <a:bodyPr/>
        <a:lstStyle/>
        <a:p>
          <a:endParaRPr lang="en-IN"/>
        </a:p>
      </dgm:t>
    </dgm:pt>
    <dgm:pt modelId="{A72B576D-2972-4399-B3A8-B1D512E32013}" type="sibTrans" cxnId="{AA2BDAD3-CF06-4AA0-B512-95041DF33BDB}">
      <dgm:prSet/>
      <dgm:spPr/>
      <dgm:t>
        <a:bodyPr/>
        <a:lstStyle/>
        <a:p>
          <a:endParaRPr lang="en-IN"/>
        </a:p>
      </dgm:t>
    </dgm:pt>
    <dgm:pt modelId="{748BD7D6-91E7-46A9-BD45-1EEE3D9EDB08}" type="pres">
      <dgm:prSet presAssocID="{CEE487CE-9F67-4B6D-8FAA-A476786B9C78}" presName="diagram" presStyleCnt="0">
        <dgm:presLayoutVars>
          <dgm:dir/>
          <dgm:resizeHandles val="exact"/>
        </dgm:presLayoutVars>
      </dgm:prSet>
      <dgm:spPr/>
    </dgm:pt>
    <dgm:pt modelId="{4738D899-A57B-466F-A93B-287D5410684A}" type="pres">
      <dgm:prSet presAssocID="{6F6A2811-F843-4DEB-BAD1-B0ADC409FFD4}" presName="node" presStyleLbl="node1" presStyleIdx="0" presStyleCnt="4">
        <dgm:presLayoutVars>
          <dgm:bulletEnabled val="1"/>
        </dgm:presLayoutVars>
      </dgm:prSet>
      <dgm:spPr>
        <a:prstGeom prst="roundRect">
          <a:avLst/>
        </a:prstGeom>
      </dgm:spPr>
    </dgm:pt>
    <dgm:pt modelId="{3E44E4EB-D718-4858-8B66-6DAC47FDC706}" type="pres">
      <dgm:prSet presAssocID="{40DCB111-4E7F-4F8A-AC78-50A8D2031806}" presName="sibTrans" presStyleCnt="0"/>
      <dgm:spPr/>
    </dgm:pt>
    <dgm:pt modelId="{B7A4B1B3-E652-4E90-AA99-268E28540E34}" type="pres">
      <dgm:prSet presAssocID="{534ED296-C5C1-4DB5-9ADC-DBAEE50D6CB6}" presName="node" presStyleLbl="node1" presStyleIdx="1" presStyleCnt="4">
        <dgm:presLayoutVars>
          <dgm:bulletEnabled val="1"/>
        </dgm:presLayoutVars>
      </dgm:prSet>
      <dgm:spPr>
        <a:prstGeom prst="roundRect">
          <a:avLst/>
        </a:prstGeom>
      </dgm:spPr>
    </dgm:pt>
    <dgm:pt modelId="{A5D6569A-5AF5-435B-BA29-3E29C2505023}" type="pres">
      <dgm:prSet presAssocID="{D51617E7-0382-4832-8D18-743737A32A7F}" presName="sibTrans" presStyleCnt="0"/>
      <dgm:spPr/>
    </dgm:pt>
    <dgm:pt modelId="{A230DE94-F3A2-4794-971F-248315D4B33B}" type="pres">
      <dgm:prSet presAssocID="{E72A58E7-E16E-4B82-ADFF-DC35677D9CE5}" presName="node" presStyleLbl="node1" presStyleIdx="2" presStyleCnt="4">
        <dgm:presLayoutVars>
          <dgm:bulletEnabled val="1"/>
        </dgm:presLayoutVars>
      </dgm:prSet>
      <dgm:spPr>
        <a:prstGeom prst="roundRect">
          <a:avLst/>
        </a:prstGeom>
      </dgm:spPr>
    </dgm:pt>
    <dgm:pt modelId="{DDA0D8C7-91B9-4C86-966D-B74637BFD101}" type="pres">
      <dgm:prSet presAssocID="{5EBFFFBC-2C26-46FD-A61F-C6EA140F5BDB}" presName="sibTrans" presStyleCnt="0"/>
      <dgm:spPr/>
    </dgm:pt>
    <dgm:pt modelId="{98346ECB-4218-42C2-BADB-4637F1DEC029}" type="pres">
      <dgm:prSet presAssocID="{F15938ED-4179-42E7-8FFC-C8800C533A6B}" presName="node" presStyleLbl="node1" presStyleIdx="3" presStyleCnt="4">
        <dgm:presLayoutVars>
          <dgm:bulletEnabled val="1"/>
        </dgm:presLayoutVars>
      </dgm:prSet>
      <dgm:spPr>
        <a:prstGeom prst="roundRect">
          <a:avLst/>
        </a:prstGeom>
      </dgm:spPr>
    </dgm:pt>
  </dgm:ptLst>
  <dgm:cxnLst>
    <dgm:cxn modelId="{C8E32707-6B22-4FFB-BDF4-BFB7F90949CA}" type="presOf" srcId="{6F6A2811-F843-4DEB-BAD1-B0ADC409FFD4}" destId="{4738D899-A57B-466F-A93B-287D5410684A}" srcOrd="0" destOrd="0" presId="urn:microsoft.com/office/officeart/2005/8/layout/default"/>
    <dgm:cxn modelId="{D5492907-C008-49F1-A1BA-066E88E3A060}" srcId="{CEE487CE-9F67-4B6D-8FAA-A476786B9C78}" destId="{E72A58E7-E16E-4B82-ADFF-DC35677D9CE5}" srcOrd="2" destOrd="0" parTransId="{68F1FDF3-BB28-4365-8EC6-6159353216AA}" sibTransId="{5EBFFFBC-2C26-46FD-A61F-C6EA140F5BDB}"/>
    <dgm:cxn modelId="{1B9A7515-FA28-4115-8486-8F66EF52FC42}" type="presOf" srcId="{CEE487CE-9F67-4B6D-8FAA-A476786B9C78}" destId="{748BD7D6-91E7-46A9-BD45-1EEE3D9EDB08}" srcOrd="0" destOrd="0" presId="urn:microsoft.com/office/officeart/2005/8/layout/default"/>
    <dgm:cxn modelId="{73FC43A9-CFFB-44DE-812E-8D266E596639}" type="presOf" srcId="{F15938ED-4179-42E7-8FFC-C8800C533A6B}" destId="{98346ECB-4218-42C2-BADB-4637F1DEC029}" srcOrd="0" destOrd="0" presId="urn:microsoft.com/office/officeart/2005/8/layout/default"/>
    <dgm:cxn modelId="{95F0AEB6-126D-46C7-9540-9454DABF3131}" srcId="{CEE487CE-9F67-4B6D-8FAA-A476786B9C78}" destId="{534ED296-C5C1-4DB5-9ADC-DBAEE50D6CB6}" srcOrd="1" destOrd="0" parTransId="{CDCAF7B7-62C1-4DDF-BD50-8AE41364C91A}" sibTransId="{D51617E7-0382-4832-8D18-743737A32A7F}"/>
    <dgm:cxn modelId="{6C089CBF-7706-4B2C-A987-72AD7095086F}" type="presOf" srcId="{E72A58E7-E16E-4B82-ADFF-DC35677D9CE5}" destId="{A230DE94-F3A2-4794-971F-248315D4B33B}" srcOrd="0" destOrd="0" presId="urn:microsoft.com/office/officeart/2005/8/layout/default"/>
    <dgm:cxn modelId="{F99228CA-2496-4A2C-8943-0F59EFB2658B}" srcId="{CEE487CE-9F67-4B6D-8FAA-A476786B9C78}" destId="{6F6A2811-F843-4DEB-BAD1-B0ADC409FFD4}" srcOrd="0" destOrd="0" parTransId="{FE1423C8-4133-4FBE-818B-01492FE8263F}" sibTransId="{40DCB111-4E7F-4F8A-AC78-50A8D2031806}"/>
    <dgm:cxn modelId="{AA2BDAD3-CF06-4AA0-B512-95041DF33BDB}" srcId="{CEE487CE-9F67-4B6D-8FAA-A476786B9C78}" destId="{F15938ED-4179-42E7-8FFC-C8800C533A6B}" srcOrd="3" destOrd="0" parTransId="{70E26171-C05E-4E46-97DD-78CE6AD62E47}" sibTransId="{A72B576D-2972-4399-B3A8-B1D512E32013}"/>
    <dgm:cxn modelId="{6B9057FD-6436-434E-8955-A6BBDB1A5C8C}" type="presOf" srcId="{534ED296-C5C1-4DB5-9ADC-DBAEE50D6CB6}" destId="{B7A4B1B3-E652-4E90-AA99-268E28540E34}" srcOrd="0" destOrd="0" presId="urn:microsoft.com/office/officeart/2005/8/layout/default"/>
    <dgm:cxn modelId="{100558C8-8F03-46E9-967E-D96616699DCE}" type="presParOf" srcId="{748BD7D6-91E7-46A9-BD45-1EEE3D9EDB08}" destId="{4738D899-A57B-466F-A93B-287D5410684A}" srcOrd="0" destOrd="0" presId="urn:microsoft.com/office/officeart/2005/8/layout/default"/>
    <dgm:cxn modelId="{5C4AE645-C342-4E68-A787-3BA14A5008FD}" type="presParOf" srcId="{748BD7D6-91E7-46A9-BD45-1EEE3D9EDB08}" destId="{3E44E4EB-D718-4858-8B66-6DAC47FDC706}" srcOrd="1" destOrd="0" presId="urn:microsoft.com/office/officeart/2005/8/layout/default"/>
    <dgm:cxn modelId="{2B39D18B-A3BD-471E-9E6D-9A3F9EEB8169}" type="presParOf" srcId="{748BD7D6-91E7-46A9-BD45-1EEE3D9EDB08}" destId="{B7A4B1B3-E652-4E90-AA99-268E28540E34}" srcOrd="2" destOrd="0" presId="urn:microsoft.com/office/officeart/2005/8/layout/default"/>
    <dgm:cxn modelId="{AAE48BCA-CE55-436C-BDA2-414B3C410DF0}" type="presParOf" srcId="{748BD7D6-91E7-46A9-BD45-1EEE3D9EDB08}" destId="{A5D6569A-5AF5-435B-BA29-3E29C2505023}" srcOrd="3" destOrd="0" presId="urn:microsoft.com/office/officeart/2005/8/layout/default"/>
    <dgm:cxn modelId="{4F907721-C849-4A3F-BD4F-EA5D17DE7291}" type="presParOf" srcId="{748BD7D6-91E7-46A9-BD45-1EEE3D9EDB08}" destId="{A230DE94-F3A2-4794-971F-248315D4B33B}" srcOrd="4" destOrd="0" presId="urn:microsoft.com/office/officeart/2005/8/layout/default"/>
    <dgm:cxn modelId="{92766FAA-66AF-4DC6-AD6F-4245D709AF38}" type="presParOf" srcId="{748BD7D6-91E7-46A9-BD45-1EEE3D9EDB08}" destId="{DDA0D8C7-91B9-4C86-966D-B74637BFD101}" srcOrd="5" destOrd="0" presId="urn:microsoft.com/office/officeart/2005/8/layout/default"/>
    <dgm:cxn modelId="{17DFB07A-44E6-405E-B08C-A47CD9E3A149}" type="presParOf" srcId="{748BD7D6-91E7-46A9-BD45-1EEE3D9EDB08}" destId="{98346ECB-4218-42C2-BADB-4637F1DEC02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730CC04-6806-4E9A-BC98-D7659863F689}" type="doc">
      <dgm:prSet loTypeId="urn:microsoft.com/office/officeart/2008/layout/AlternatingHexagons" loCatId="list" qsTypeId="urn:microsoft.com/office/officeart/2005/8/quickstyle/simple1" qsCatId="simple" csTypeId="urn:microsoft.com/office/officeart/2005/8/colors/accent1_4" csCatId="accent1" phldr="1"/>
      <dgm:spPr/>
      <dgm:t>
        <a:bodyPr/>
        <a:lstStyle/>
        <a:p>
          <a:endParaRPr lang="en-IN"/>
        </a:p>
      </dgm:t>
    </dgm:pt>
    <dgm:pt modelId="{DAF4816A-388A-4755-BF36-E74FBE014353}">
      <dgm:prSet phldrT="[Text]" custT="1"/>
      <dgm:spPr/>
      <dgm:t>
        <a:bodyPr/>
        <a:lstStyle/>
        <a:p>
          <a:pPr algn="l"/>
          <a:r>
            <a:rPr lang="en-IN" sz="1100" b="1" dirty="0">
              <a:solidFill>
                <a:schemeClr val="bg1"/>
              </a:solidFill>
            </a:rPr>
            <a:t>Median Profit by Season</a:t>
          </a:r>
          <a:br>
            <a:rPr lang="en-IN" sz="1050" b="1" dirty="0">
              <a:solidFill>
                <a:schemeClr val="bg1"/>
              </a:solidFill>
            </a:rPr>
          </a:br>
          <a:r>
            <a:rPr lang="en-IN" sz="1050" dirty="0">
              <a:solidFill>
                <a:schemeClr val="bg1"/>
              </a:solidFill>
            </a:rPr>
            <a:t>Kharif → </a:t>
          </a:r>
          <a:r>
            <a:rPr lang="en-IN" sz="1050" b="1" dirty="0">
              <a:solidFill>
                <a:schemeClr val="bg1"/>
              </a:solidFill>
            </a:rPr>
            <a:t>₹38,808</a:t>
          </a:r>
          <a:br>
            <a:rPr lang="en-IN" sz="1050" dirty="0">
              <a:solidFill>
                <a:schemeClr val="bg1"/>
              </a:solidFill>
            </a:rPr>
          </a:br>
          <a:r>
            <a:rPr lang="en-IN" sz="1050" dirty="0">
              <a:solidFill>
                <a:schemeClr val="bg1"/>
              </a:solidFill>
            </a:rPr>
            <a:t>Rabi → </a:t>
          </a:r>
          <a:r>
            <a:rPr lang="en-IN" sz="1050" b="1" dirty="0">
              <a:solidFill>
                <a:schemeClr val="bg1"/>
              </a:solidFill>
            </a:rPr>
            <a:t>−₹3,187</a:t>
          </a:r>
          <a:br>
            <a:rPr lang="en-IN" sz="1050" dirty="0">
              <a:solidFill>
                <a:schemeClr val="bg1"/>
              </a:solidFill>
            </a:rPr>
          </a:br>
          <a:r>
            <a:rPr lang="en-IN" sz="1050" dirty="0">
              <a:solidFill>
                <a:schemeClr val="bg1"/>
              </a:solidFill>
            </a:rPr>
            <a:t>Zaid → </a:t>
          </a:r>
          <a:r>
            <a:rPr lang="en-IN" sz="1050" b="1" dirty="0">
              <a:solidFill>
                <a:schemeClr val="bg1"/>
              </a:solidFill>
            </a:rPr>
            <a:t>−₹62,144</a:t>
          </a:r>
          <a:endParaRPr lang="en-IN" sz="1050" dirty="0">
            <a:solidFill>
              <a:schemeClr val="bg1"/>
            </a:solidFill>
          </a:endParaRPr>
        </a:p>
      </dgm:t>
    </dgm:pt>
    <dgm:pt modelId="{C2DEA124-6B02-4890-A3EE-06B8F8D8B8EF}" type="parTrans" cxnId="{F095FF22-CB5D-43A1-A25C-069492037E3B}">
      <dgm:prSet/>
      <dgm:spPr/>
      <dgm:t>
        <a:bodyPr/>
        <a:lstStyle/>
        <a:p>
          <a:endParaRPr lang="en-IN"/>
        </a:p>
      </dgm:t>
    </dgm:pt>
    <dgm:pt modelId="{AD993584-2070-4156-9358-5BDB9E9DA6C2}" type="sibTrans" cxnId="{F095FF22-CB5D-43A1-A25C-069492037E3B}">
      <dgm:prSet/>
      <dgm:spPr/>
      <dgm:t>
        <a:bodyPr/>
        <a:lstStyle/>
        <a:p>
          <a:endParaRPr lang="en-IN"/>
        </a:p>
      </dgm:t>
    </dgm:pt>
    <dgm:pt modelId="{A31189F9-EA2D-4447-85FA-A32C4524E032}">
      <dgm:prSet phldrT="[Text]" custT="1"/>
      <dgm:spPr/>
      <dgm:t>
        <a:bodyPr/>
        <a:lstStyle/>
        <a:p>
          <a:r>
            <a:rPr lang="en-IN" sz="1100" b="1" dirty="0">
              <a:solidFill>
                <a:schemeClr val="accent2">
                  <a:lumMod val="75000"/>
                </a:schemeClr>
              </a:solidFill>
            </a:rPr>
            <a:t>Profitable farms</a:t>
          </a:r>
          <a:br>
            <a:rPr lang="en-IN" sz="1100" b="1" dirty="0">
              <a:solidFill>
                <a:schemeClr val="accent2">
                  <a:lumMod val="75000"/>
                </a:schemeClr>
              </a:solidFill>
            </a:rPr>
          </a:br>
          <a:r>
            <a:rPr lang="en-IN" sz="1100" dirty="0">
              <a:solidFill>
                <a:schemeClr val="accent2">
                  <a:lumMod val="75000"/>
                </a:schemeClr>
              </a:solidFill>
            </a:rPr>
            <a:t>Kharif → </a:t>
          </a:r>
          <a:r>
            <a:rPr lang="en-IN" sz="1100" b="1" dirty="0">
              <a:solidFill>
                <a:schemeClr val="accent2">
                  <a:lumMod val="75000"/>
                </a:schemeClr>
              </a:solidFill>
            </a:rPr>
            <a:t>57.79%</a:t>
          </a:r>
          <a:br>
            <a:rPr lang="en-IN" sz="1100" dirty="0">
              <a:solidFill>
                <a:schemeClr val="accent2">
                  <a:lumMod val="75000"/>
                </a:schemeClr>
              </a:solidFill>
            </a:rPr>
          </a:br>
          <a:r>
            <a:rPr lang="en-IN" sz="1100" dirty="0">
              <a:solidFill>
                <a:schemeClr val="accent2">
                  <a:lumMod val="75000"/>
                </a:schemeClr>
              </a:solidFill>
            </a:rPr>
            <a:t>Rabi → </a:t>
          </a:r>
          <a:r>
            <a:rPr lang="en-IN" sz="1100" b="1" dirty="0">
              <a:solidFill>
                <a:schemeClr val="accent2">
                  <a:lumMod val="75000"/>
                </a:schemeClr>
              </a:solidFill>
            </a:rPr>
            <a:t>48.86%</a:t>
          </a:r>
          <a:br>
            <a:rPr lang="en-IN" sz="1100" dirty="0">
              <a:solidFill>
                <a:schemeClr val="accent2">
                  <a:lumMod val="75000"/>
                </a:schemeClr>
              </a:solidFill>
            </a:rPr>
          </a:br>
          <a:r>
            <a:rPr lang="en-IN" sz="1100" dirty="0">
              <a:solidFill>
                <a:schemeClr val="accent2">
                  <a:lumMod val="75000"/>
                </a:schemeClr>
              </a:solidFill>
            </a:rPr>
            <a:t>Zaid → </a:t>
          </a:r>
          <a:r>
            <a:rPr lang="en-IN" sz="1100" b="1" dirty="0">
              <a:solidFill>
                <a:schemeClr val="accent2">
                  <a:lumMod val="75000"/>
                </a:schemeClr>
              </a:solidFill>
            </a:rPr>
            <a:t>35.52%</a:t>
          </a:r>
          <a:endParaRPr lang="en-IN" sz="1100" dirty="0">
            <a:solidFill>
              <a:schemeClr val="accent2">
                <a:lumMod val="75000"/>
              </a:schemeClr>
            </a:solidFill>
          </a:endParaRPr>
        </a:p>
      </dgm:t>
    </dgm:pt>
    <dgm:pt modelId="{FAB5EDAA-307B-477E-B607-32EEC53B8F6E}" type="parTrans" cxnId="{A15E24A5-33B4-4BBD-8FBA-AE56E3D5BF08}">
      <dgm:prSet/>
      <dgm:spPr/>
      <dgm:t>
        <a:bodyPr/>
        <a:lstStyle/>
        <a:p>
          <a:endParaRPr lang="en-IN"/>
        </a:p>
      </dgm:t>
    </dgm:pt>
    <dgm:pt modelId="{E23FD6A8-2FB6-43E4-976B-88D68FCCDF7C}" type="sibTrans" cxnId="{A15E24A5-33B4-4BBD-8FBA-AE56E3D5BF08}">
      <dgm:prSet/>
      <dgm:spPr/>
      <dgm:t>
        <a:bodyPr/>
        <a:lstStyle/>
        <a:p>
          <a:endParaRPr lang="en-IN"/>
        </a:p>
      </dgm:t>
    </dgm:pt>
    <dgm:pt modelId="{E1676291-4204-425D-A6E9-1F4044E59B88}" type="pres">
      <dgm:prSet presAssocID="{3730CC04-6806-4E9A-BC98-D7659863F689}" presName="Name0" presStyleCnt="0">
        <dgm:presLayoutVars>
          <dgm:chMax/>
          <dgm:chPref/>
          <dgm:dir/>
          <dgm:animLvl val="lvl"/>
        </dgm:presLayoutVars>
      </dgm:prSet>
      <dgm:spPr/>
    </dgm:pt>
    <dgm:pt modelId="{264A9A5B-B7FD-4ABA-B9DE-6ECD832466B8}" type="pres">
      <dgm:prSet presAssocID="{DAF4816A-388A-4755-BF36-E74FBE014353}" presName="composite" presStyleCnt="0"/>
      <dgm:spPr/>
    </dgm:pt>
    <dgm:pt modelId="{DE77B46B-E6FB-414B-A8FA-CBD23812B1E2}" type="pres">
      <dgm:prSet presAssocID="{DAF4816A-388A-4755-BF36-E74FBE014353}" presName="Parent1" presStyleLbl="node1" presStyleIdx="0" presStyleCnt="4" custLinFactNeighborX="6599" custLinFactNeighborY="-3222">
        <dgm:presLayoutVars>
          <dgm:chMax val="1"/>
          <dgm:chPref val="1"/>
          <dgm:bulletEnabled val="1"/>
        </dgm:presLayoutVars>
      </dgm:prSet>
      <dgm:spPr/>
    </dgm:pt>
    <dgm:pt modelId="{DAF2D826-2DEF-4FDD-84B6-EBA8B3A29DBA}" type="pres">
      <dgm:prSet presAssocID="{DAF4816A-388A-4755-BF36-E74FBE014353}" presName="Childtext1" presStyleLbl="revTx" presStyleIdx="0" presStyleCnt="2">
        <dgm:presLayoutVars>
          <dgm:chMax val="0"/>
          <dgm:chPref val="0"/>
          <dgm:bulletEnabled val="1"/>
        </dgm:presLayoutVars>
      </dgm:prSet>
      <dgm:spPr/>
    </dgm:pt>
    <dgm:pt modelId="{831EFFD7-BE03-4AFD-9ADE-CDFF7ACA4487}" type="pres">
      <dgm:prSet presAssocID="{DAF4816A-388A-4755-BF36-E74FBE014353}" presName="BalanceSpacing" presStyleCnt="0"/>
      <dgm:spPr/>
    </dgm:pt>
    <dgm:pt modelId="{AB291F16-6156-4ADB-8A28-AE4ED9A88776}" type="pres">
      <dgm:prSet presAssocID="{DAF4816A-388A-4755-BF36-E74FBE014353}" presName="BalanceSpacing1" presStyleCnt="0"/>
      <dgm:spPr/>
    </dgm:pt>
    <dgm:pt modelId="{2F299ADF-21BF-4F9A-9763-9BD18630167B}" type="pres">
      <dgm:prSet presAssocID="{AD993584-2070-4156-9358-5BDB9E9DA6C2}" presName="Accent1Text" presStyleLbl="node1" presStyleIdx="1" presStyleCnt="4"/>
      <dgm:spPr/>
    </dgm:pt>
    <dgm:pt modelId="{C40BFE23-E38D-4809-B99A-AD3A54A13547}" type="pres">
      <dgm:prSet presAssocID="{AD993584-2070-4156-9358-5BDB9E9DA6C2}" presName="spaceBetweenRectangles" presStyleCnt="0"/>
      <dgm:spPr/>
    </dgm:pt>
    <dgm:pt modelId="{82A11E20-5B06-4A97-B1A1-4DCC6B770B58}" type="pres">
      <dgm:prSet presAssocID="{A31189F9-EA2D-4447-85FA-A32C4524E032}" presName="composite" presStyleCnt="0"/>
      <dgm:spPr/>
    </dgm:pt>
    <dgm:pt modelId="{FC8BDD86-BD11-41BD-9E4D-0C9637719AEF}" type="pres">
      <dgm:prSet presAssocID="{A31189F9-EA2D-4447-85FA-A32C4524E032}" presName="Parent1" presStyleLbl="node1" presStyleIdx="2" presStyleCnt="4" custLinFactNeighborY="0">
        <dgm:presLayoutVars>
          <dgm:chMax val="1"/>
          <dgm:chPref val="1"/>
          <dgm:bulletEnabled val="1"/>
        </dgm:presLayoutVars>
      </dgm:prSet>
      <dgm:spPr/>
    </dgm:pt>
    <dgm:pt modelId="{B086B932-8279-47D6-8D6D-98A24B02E2F7}" type="pres">
      <dgm:prSet presAssocID="{A31189F9-EA2D-4447-85FA-A32C4524E032}" presName="Childtext1" presStyleLbl="revTx" presStyleIdx="1" presStyleCnt="2">
        <dgm:presLayoutVars>
          <dgm:chMax val="0"/>
          <dgm:chPref val="0"/>
          <dgm:bulletEnabled val="1"/>
        </dgm:presLayoutVars>
      </dgm:prSet>
      <dgm:spPr/>
    </dgm:pt>
    <dgm:pt modelId="{777760DB-CABA-4A27-996F-2905A27017D1}" type="pres">
      <dgm:prSet presAssocID="{A31189F9-EA2D-4447-85FA-A32C4524E032}" presName="BalanceSpacing" presStyleCnt="0"/>
      <dgm:spPr/>
    </dgm:pt>
    <dgm:pt modelId="{57FFE5E7-D866-49D9-A3E6-BFA09E97FEB5}" type="pres">
      <dgm:prSet presAssocID="{A31189F9-EA2D-4447-85FA-A32C4524E032}" presName="BalanceSpacing1" presStyleCnt="0"/>
      <dgm:spPr/>
    </dgm:pt>
    <dgm:pt modelId="{585BA356-E997-49CD-9002-51C164477EB5}" type="pres">
      <dgm:prSet presAssocID="{E23FD6A8-2FB6-43E4-976B-88D68FCCDF7C}" presName="Accent1Text" presStyleLbl="node1" presStyleIdx="3" presStyleCnt="4"/>
      <dgm:spPr/>
    </dgm:pt>
  </dgm:ptLst>
  <dgm:cxnLst>
    <dgm:cxn modelId="{F095FF22-CB5D-43A1-A25C-069492037E3B}" srcId="{3730CC04-6806-4E9A-BC98-D7659863F689}" destId="{DAF4816A-388A-4755-BF36-E74FBE014353}" srcOrd="0" destOrd="0" parTransId="{C2DEA124-6B02-4890-A3EE-06B8F8D8B8EF}" sibTransId="{AD993584-2070-4156-9358-5BDB9E9DA6C2}"/>
    <dgm:cxn modelId="{7573FC5D-323F-4382-A165-C55DAB355B84}" type="presOf" srcId="{A31189F9-EA2D-4447-85FA-A32C4524E032}" destId="{FC8BDD86-BD11-41BD-9E4D-0C9637719AEF}" srcOrd="0" destOrd="0" presId="urn:microsoft.com/office/officeart/2008/layout/AlternatingHexagons"/>
    <dgm:cxn modelId="{DF7C7746-2229-49DC-BC79-8A882C57703E}" type="presOf" srcId="{E23FD6A8-2FB6-43E4-976B-88D68FCCDF7C}" destId="{585BA356-E997-49CD-9002-51C164477EB5}" srcOrd="0" destOrd="0" presId="urn:microsoft.com/office/officeart/2008/layout/AlternatingHexagons"/>
    <dgm:cxn modelId="{FFDF196D-A43E-4784-8F06-8CD370959B31}" type="presOf" srcId="{AD993584-2070-4156-9358-5BDB9E9DA6C2}" destId="{2F299ADF-21BF-4F9A-9763-9BD18630167B}" srcOrd="0" destOrd="0" presId="urn:microsoft.com/office/officeart/2008/layout/AlternatingHexagons"/>
    <dgm:cxn modelId="{D0A76A57-8072-4555-B670-E94B71FAAF28}" type="presOf" srcId="{3730CC04-6806-4E9A-BC98-D7659863F689}" destId="{E1676291-4204-425D-A6E9-1F4044E59B88}" srcOrd="0" destOrd="0" presId="urn:microsoft.com/office/officeart/2008/layout/AlternatingHexagons"/>
    <dgm:cxn modelId="{C903F195-4BF2-4CDE-84E3-E927847B570D}" type="presOf" srcId="{DAF4816A-388A-4755-BF36-E74FBE014353}" destId="{DE77B46B-E6FB-414B-A8FA-CBD23812B1E2}" srcOrd="0" destOrd="0" presId="urn:microsoft.com/office/officeart/2008/layout/AlternatingHexagons"/>
    <dgm:cxn modelId="{A15E24A5-33B4-4BBD-8FBA-AE56E3D5BF08}" srcId="{3730CC04-6806-4E9A-BC98-D7659863F689}" destId="{A31189F9-EA2D-4447-85FA-A32C4524E032}" srcOrd="1" destOrd="0" parTransId="{FAB5EDAA-307B-477E-B607-32EEC53B8F6E}" sibTransId="{E23FD6A8-2FB6-43E4-976B-88D68FCCDF7C}"/>
    <dgm:cxn modelId="{EAF97C80-8527-4BCA-AF6A-9811DBCCE820}" type="presParOf" srcId="{E1676291-4204-425D-A6E9-1F4044E59B88}" destId="{264A9A5B-B7FD-4ABA-B9DE-6ECD832466B8}" srcOrd="0" destOrd="0" presId="urn:microsoft.com/office/officeart/2008/layout/AlternatingHexagons"/>
    <dgm:cxn modelId="{2B5F2D0D-A89D-4433-B62C-3BC1C669D0A6}" type="presParOf" srcId="{264A9A5B-B7FD-4ABA-B9DE-6ECD832466B8}" destId="{DE77B46B-E6FB-414B-A8FA-CBD23812B1E2}" srcOrd="0" destOrd="0" presId="urn:microsoft.com/office/officeart/2008/layout/AlternatingHexagons"/>
    <dgm:cxn modelId="{6D79FE11-936C-413F-BD9C-5D5EA039B321}" type="presParOf" srcId="{264A9A5B-B7FD-4ABA-B9DE-6ECD832466B8}" destId="{DAF2D826-2DEF-4FDD-84B6-EBA8B3A29DBA}" srcOrd="1" destOrd="0" presId="urn:microsoft.com/office/officeart/2008/layout/AlternatingHexagons"/>
    <dgm:cxn modelId="{0185483A-6AFA-4C50-B2C1-F73C110AE8DB}" type="presParOf" srcId="{264A9A5B-B7FD-4ABA-B9DE-6ECD832466B8}" destId="{831EFFD7-BE03-4AFD-9ADE-CDFF7ACA4487}" srcOrd="2" destOrd="0" presId="urn:microsoft.com/office/officeart/2008/layout/AlternatingHexagons"/>
    <dgm:cxn modelId="{A3BDAA74-5BFD-4641-8342-7AA9659D811C}" type="presParOf" srcId="{264A9A5B-B7FD-4ABA-B9DE-6ECD832466B8}" destId="{AB291F16-6156-4ADB-8A28-AE4ED9A88776}" srcOrd="3" destOrd="0" presId="urn:microsoft.com/office/officeart/2008/layout/AlternatingHexagons"/>
    <dgm:cxn modelId="{D255B0DE-0EE4-4B14-B248-14D8D1011E26}" type="presParOf" srcId="{264A9A5B-B7FD-4ABA-B9DE-6ECD832466B8}" destId="{2F299ADF-21BF-4F9A-9763-9BD18630167B}" srcOrd="4" destOrd="0" presId="urn:microsoft.com/office/officeart/2008/layout/AlternatingHexagons"/>
    <dgm:cxn modelId="{5AD51A5D-DCEE-4997-8315-8F4D8F22F2D8}" type="presParOf" srcId="{E1676291-4204-425D-A6E9-1F4044E59B88}" destId="{C40BFE23-E38D-4809-B99A-AD3A54A13547}" srcOrd="1" destOrd="0" presId="urn:microsoft.com/office/officeart/2008/layout/AlternatingHexagons"/>
    <dgm:cxn modelId="{E3381389-FF60-4A7C-8EE2-2946EA99033A}" type="presParOf" srcId="{E1676291-4204-425D-A6E9-1F4044E59B88}" destId="{82A11E20-5B06-4A97-B1A1-4DCC6B770B58}" srcOrd="2" destOrd="0" presId="urn:microsoft.com/office/officeart/2008/layout/AlternatingHexagons"/>
    <dgm:cxn modelId="{509E43FE-D529-450B-887A-CFF906C9479C}" type="presParOf" srcId="{82A11E20-5B06-4A97-B1A1-4DCC6B770B58}" destId="{FC8BDD86-BD11-41BD-9E4D-0C9637719AEF}" srcOrd="0" destOrd="0" presId="urn:microsoft.com/office/officeart/2008/layout/AlternatingHexagons"/>
    <dgm:cxn modelId="{09DDEFF8-106F-4DEC-A1AD-9CFD92D9138B}" type="presParOf" srcId="{82A11E20-5B06-4A97-B1A1-4DCC6B770B58}" destId="{B086B932-8279-47D6-8D6D-98A24B02E2F7}" srcOrd="1" destOrd="0" presId="urn:microsoft.com/office/officeart/2008/layout/AlternatingHexagons"/>
    <dgm:cxn modelId="{CDBB623E-F2F2-4ABC-B045-C842713F87D8}" type="presParOf" srcId="{82A11E20-5B06-4A97-B1A1-4DCC6B770B58}" destId="{777760DB-CABA-4A27-996F-2905A27017D1}" srcOrd="2" destOrd="0" presId="urn:microsoft.com/office/officeart/2008/layout/AlternatingHexagons"/>
    <dgm:cxn modelId="{FBEC74DB-747B-4F13-A26C-92C6EBAF16BC}" type="presParOf" srcId="{82A11E20-5B06-4A97-B1A1-4DCC6B770B58}" destId="{57FFE5E7-D866-49D9-A3E6-BFA09E97FEB5}" srcOrd="3" destOrd="0" presId="urn:microsoft.com/office/officeart/2008/layout/AlternatingHexagons"/>
    <dgm:cxn modelId="{53AB1B4A-C868-45B6-820B-5D665569B98D}" type="presParOf" srcId="{82A11E20-5B06-4A97-B1A1-4DCC6B770B58}" destId="{585BA356-E997-49CD-9002-51C164477EB5}"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E1D1E2F-BF01-47EB-884E-4BB7929D0D15}"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IN"/>
        </a:p>
      </dgm:t>
    </dgm:pt>
    <dgm:pt modelId="{45E18624-80EA-400E-B891-C38594AF5EFD}">
      <dgm:prSet phldrT="[Text]" custT="1"/>
      <dgm:spPr/>
      <dgm:t>
        <a:bodyPr/>
        <a:lstStyle/>
        <a:p>
          <a:pPr>
            <a:buClrTx/>
            <a:buSzTx/>
            <a:buFontTx/>
            <a:buNone/>
          </a:pPr>
          <a:r>
            <a:rPr kumimoji="0" lang="en-US" altLang="en-US" sz="1600" b="1" i="0" u="none" strike="noStrike" cap="none" normalizeH="0" baseline="0" dirty="0">
              <a:ln>
                <a:noFill/>
              </a:ln>
              <a:solidFill>
                <a:schemeClr val="tx1"/>
              </a:solidFill>
              <a:effectLst/>
              <a:latin typeface="+mn-lt"/>
            </a:rPr>
            <a:t>Kharif leads overall</a:t>
          </a:r>
          <a:br>
            <a:rPr kumimoji="0" lang="en-US" altLang="en-US" sz="1600" b="1"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Highest median yield, revenue and profit, with the strongest share of profitable farms</a:t>
          </a:r>
          <a:endParaRPr lang="en-IN" sz="1600" dirty="0">
            <a:latin typeface="+mn-lt"/>
          </a:endParaRPr>
        </a:p>
      </dgm:t>
    </dgm:pt>
    <dgm:pt modelId="{7F22F07B-B437-4122-ABB3-407D3EAF22E4}" type="parTrans" cxnId="{471DBE89-6ABE-4B76-87F2-EC154FB9A39A}">
      <dgm:prSet/>
      <dgm:spPr/>
      <dgm:t>
        <a:bodyPr/>
        <a:lstStyle/>
        <a:p>
          <a:endParaRPr lang="en-IN"/>
        </a:p>
      </dgm:t>
    </dgm:pt>
    <dgm:pt modelId="{1FE222AD-A013-4B9F-A095-5532E278D105}" type="sibTrans" cxnId="{471DBE89-6ABE-4B76-87F2-EC154FB9A39A}">
      <dgm:prSet/>
      <dgm:spPr/>
      <dgm:t>
        <a:bodyPr/>
        <a:lstStyle/>
        <a:p>
          <a:endParaRPr lang="en-IN"/>
        </a:p>
      </dgm:t>
    </dgm:pt>
    <dgm:pt modelId="{5281810D-5A47-414B-BF20-97E79AB8094D}">
      <dgm:prSet phldrT="[Text]" custT="1"/>
      <dgm:spPr/>
      <dgm:t>
        <a:bodyPr/>
        <a:lstStyle/>
        <a:p>
          <a:pPr>
            <a:buClrTx/>
            <a:buSzTx/>
            <a:buFontTx/>
            <a:buNone/>
          </a:pPr>
          <a:r>
            <a:rPr kumimoji="0" lang="en-US" altLang="en-US" sz="1600" b="1" i="0" u="none" strike="noStrike" cap="none" normalizeH="0" baseline="0" dirty="0">
              <a:ln>
                <a:noFill/>
              </a:ln>
              <a:solidFill>
                <a:schemeClr val="tx1"/>
              </a:solidFill>
              <a:effectLst/>
              <a:latin typeface="+mn-lt"/>
            </a:rPr>
            <a:t>Zaid is the weak point</a:t>
          </a:r>
          <a:br>
            <a:rPr kumimoji="0" lang="en-US" altLang="en-US" sz="1600" b="1"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Lowest median yield, revenue, water efficiency and profit, with only 35.5% profitable farms</a:t>
          </a:r>
          <a:endParaRPr lang="en-IN" sz="1600" dirty="0">
            <a:latin typeface="+mn-lt"/>
          </a:endParaRPr>
        </a:p>
      </dgm:t>
    </dgm:pt>
    <dgm:pt modelId="{A65E14C1-BF0B-4BDA-B253-3F383A14624D}" type="parTrans" cxnId="{18F26968-C822-4793-93D0-0E8A1EBC92D1}">
      <dgm:prSet/>
      <dgm:spPr/>
      <dgm:t>
        <a:bodyPr/>
        <a:lstStyle/>
        <a:p>
          <a:endParaRPr lang="en-IN"/>
        </a:p>
      </dgm:t>
    </dgm:pt>
    <dgm:pt modelId="{F7789AA9-B6F4-4250-BCBF-AAF202D19575}" type="sibTrans" cxnId="{18F26968-C822-4793-93D0-0E8A1EBC92D1}">
      <dgm:prSet/>
      <dgm:spPr/>
      <dgm:t>
        <a:bodyPr/>
        <a:lstStyle/>
        <a:p>
          <a:endParaRPr lang="en-IN"/>
        </a:p>
      </dgm:t>
    </dgm:pt>
    <dgm:pt modelId="{51DD3A35-5478-4E95-8F72-D3C362664375}">
      <dgm:prSet phldrT="[Text]" custT="1"/>
      <dgm:spPr/>
      <dgm:t>
        <a:bodyPr/>
        <a:lstStyle/>
        <a:p>
          <a:pPr>
            <a:buClrTx/>
            <a:buSzTx/>
            <a:buFontTx/>
            <a:buNone/>
          </a:pPr>
          <a:r>
            <a:rPr kumimoji="0" lang="en-US" altLang="en-US" sz="1600" b="1" i="0" u="none" strike="noStrike" cap="none" normalizeH="0" baseline="0" dirty="0">
              <a:ln>
                <a:noFill/>
              </a:ln>
              <a:solidFill>
                <a:schemeClr val="tx1"/>
              </a:solidFill>
              <a:effectLst/>
              <a:latin typeface="+mn-lt"/>
            </a:rPr>
            <a:t>Yield ≠ profit</a:t>
          </a:r>
          <a:br>
            <a:rPr kumimoji="0" lang="en-US" altLang="en-US" sz="1600" b="1"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Yield and profit are only moderately correlated (r ≈ 0.49); production cost and crop economics matter too</a:t>
          </a:r>
          <a:endParaRPr lang="en-IN" sz="1600" dirty="0">
            <a:latin typeface="+mn-lt"/>
          </a:endParaRPr>
        </a:p>
      </dgm:t>
    </dgm:pt>
    <dgm:pt modelId="{DAEA5B23-5748-459D-98D4-5CF07618E3F6}" type="parTrans" cxnId="{00E5BF03-7402-4174-A7EE-F48729227803}">
      <dgm:prSet/>
      <dgm:spPr/>
      <dgm:t>
        <a:bodyPr/>
        <a:lstStyle/>
        <a:p>
          <a:endParaRPr lang="en-IN"/>
        </a:p>
      </dgm:t>
    </dgm:pt>
    <dgm:pt modelId="{CECF1353-33E2-4E07-BF2D-4A75F033523A}" type="sibTrans" cxnId="{00E5BF03-7402-4174-A7EE-F48729227803}">
      <dgm:prSet/>
      <dgm:spPr/>
      <dgm:t>
        <a:bodyPr/>
        <a:lstStyle/>
        <a:p>
          <a:endParaRPr lang="en-IN"/>
        </a:p>
      </dgm:t>
    </dgm:pt>
    <dgm:pt modelId="{E84F9A2D-3C89-404A-B032-7ACE317A860A}">
      <dgm:prSet phldrT="[Text]" custT="1"/>
      <dgm:spPr/>
      <dgm:t>
        <a:bodyPr/>
        <a:lstStyle/>
        <a:p>
          <a:r>
            <a:rPr kumimoji="0" lang="en-US" altLang="en-US" sz="1600" b="1" i="0" u="none" strike="noStrike" cap="none" normalizeH="0" baseline="0" dirty="0">
              <a:ln>
                <a:noFill/>
              </a:ln>
              <a:solidFill>
                <a:schemeClr val="tx1"/>
              </a:solidFill>
              <a:effectLst/>
              <a:latin typeface="+mn-lt"/>
            </a:rPr>
            <a:t>Irrigation choice is season-dependent</a:t>
          </a:r>
          <a:br>
            <a:rPr kumimoji="0" lang="en-US" altLang="en-US" sz="1600" b="1"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Drip performs strongly in Kharif and Rabi, while Sprinkler records the highest median yield in Zaid</a:t>
          </a:r>
          <a:endParaRPr lang="en-IN" sz="1600" dirty="0">
            <a:latin typeface="+mn-lt"/>
          </a:endParaRPr>
        </a:p>
      </dgm:t>
    </dgm:pt>
    <dgm:pt modelId="{658ECD89-41C2-4283-8AEE-583A563FC780}" type="parTrans" cxnId="{761A97E6-D4A5-4C17-A1AD-D9B9952F7E41}">
      <dgm:prSet/>
      <dgm:spPr/>
      <dgm:t>
        <a:bodyPr/>
        <a:lstStyle/>
        <a:p>
          <a:endParaRPr lang="en-IN"/>
        </a:p>
      </dgm:t>
    </dgm:pt>
    <dgm:pt modelId="{96821363-01A4-4ABC-8F6F-8DF3A85D23B0}" type="sibTrans" cxnId="{761A97E6-D4A5-4C17-A1AD-D9B9952F7E41}">
      <dgm:prSet/>
      <dgm:spPr/>
      <dgm:t>
        <a:bodyPr/>
        <a:lstStyle/>
        <a:p>
          <a:endParaRPr lang="en-IN"/>
        </a:p>
      </dgm:t>
    </dgm:pt>
    <dgm:pt modelId="{917D6D77-AB3D-4D0D-81FA-FB03DFAA1E36}">
      <dgm:prSet custT="1"/>
      <dgm:spPr/>
      <dgm:t>
        <a:bodyPr/>
        <a:lstStyle/>
        <a:p>
          <a:pPr>
            <a:buClrTx/>
            <a:buSzTx/>
            <a:buFontTx/>
            <a:buNone/>
          </a:pPr>
          <a:r>
            <a:rPr kumimoji="0" lang="en-US" altLang="en-US" sz="1600" b="1" i="0" u="none" strike="noStrike" cap="none" normalizeH="0" baseline="0" dirty="0">
              <a:ln>
                <a:noFill/>
              </a:ln>
              <a:solidFill>
                <a:schemeClr val="tx1"/>
              </a:solidFill>
              <a:effectLst/>
              <a:latin typeface="+mn-lt"/>
            </a:rPr>
            <a:t>Crop type matters</a:t>
          </a:r>
          <a:br>
            <a:rPr kumimoji="0" lang="en-US" altLang="en-US" sz="1600" b="1"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Sugarcane's yield is substantially higher than every other crop in the dataset</a:t>
          </a:r>
          <a:endParaRPr lang="en-IN" sz="1600" dirty="0">
            <a:latin typeface="+mn-lt"/>
          </a:endParaRPr>
        </a:p>
      </dgm:t>
    </dgm:pt>
    <dgm:pt modelId="{7292B4B8-2DAF-410F-80F4-1DF0B6907A99}" type="parTrans" cxnId="{343F7741-A9EB-44F3-87CD-FF5DCE6236A6}">
      <dgm:prSet/>
      <dgm:spPr/>
      <dgm:t>
        <a:bodyPr/>
        <a:lstStyle/>
        <a:p>
          <a:endParaRPr lang="en-IN"/>
        </a:p>
      </dgm:t>
    </dgm:pt>
    <dgm:pt modelId="{59362E7E-BFB4-49C3-9E4B-5939D76ACC4B}" type="sibTrans" cxnId="{343F7741-A9EB-44F3-87CD-FF5DCE6236A6}">
      <dgm:prSet/>
      <dgm:spPr/>
      <dgm:t>
        <a:bodyPr/>
        <a:lstStyle/>
        <a:p>
          <a:endParaRPr lang="en-IN"/>
        </a:p>
      </dgm:t>
    </dgm:pt>
    <dgm:pt modelId="{3882DC19-B82E-4DBC-B51E-FC9BA90CE7B1}">
      <dgm:prSet custT="1"/>
      <dgm:spPr/>
      <dgm:t>
        <a:bodyPr/>
        <a:lstStyle/>
        <a:p>
          <a:pPr>
            <a:buClrTx/>
            <a:buSzTx/>
            <a:buFontTx/>
            <a:buNone/>
          </a:pPr>
          <a:r>
            <a:rPr kumimoji="0" lang="en-US" altLang="en-US" sz="1600" b="1" i="0" u="none" strike="noStrike" cap="none" normalizeH="0" baseline="0" dirty="0">
              <a:ln>
                <a:noFill/>
              </a:ln>
              <a:solidFill>
                <a:schemeClr val="tx1"/>
              </a:solidFill>
              <a:effectLst/>
              <a:latin typeface="+mn-lt"/>
            </a:rPr>
            <a:t>Single inputs don't explain yield</a:t>
          </a:r>
          <a:br>
            <a:rPr kumimoji="0" lang="en-US" altLang="en-US" sz="1600" b="1"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Rainfall, soil moisture, fertilizer and seed quality show near-zero linear correlation with yield</a:t>
          </a:r>
          <a:endParaRPr lang="en-IN" sz="1600" dirty="0">
            <a:latin typeface="+mn-lt"/>
          </a:endParaRPr>
        </a:p>
      </dgm:t>
    </dgm:pt>
    <dgm:pt modelId="{85FCEBC0-245C-488D-96F6-97818E789E13}" type="parTrans" cxnId="{1AC793CF-02C3-4F49-9E26-3296D1B4D1E6}">
      <dgm:prSet/>
      <dgm:spPr/>
      <dgm:t>
        <a:bodyPr/>
        <a:lstStyle/>
        <a:p>
          <a:endParaRPr lang="en-IN"/>
        </a:p>
      </dgm:t>
    </dgm:pt>
    <dgm:pt modelId="{D63D7B51-C09A-474C-87CA-8200FF33EAB2}" type="sibTrans" cxnId="{1AC793CF-02C3-4F49-9E26-3296D1B4D1E6}">
      <dgm:prSet/>
      <dgm:spPr/>
      <dgm:t>
        <a:bodyPr/>
        <a:lstStyle/>
        <a:p>
          <a:endParaRPr lang="en-IN"/>
        </a:p>
      </dgm:t>
    </dgm:pt>
    <dgm:pt modelId="{90532F4F-74B0-405B-96C3-57D77B8709CF}" type="pres">
      <dgm:prSet presAssocID="{BE1D1E2F-BF01-47EB-884E-4BB7929D0D15}" presName="Name0" presStyleCnt="0">
        <dgm:presLayoutVars>
          <dgm:dir/>
          <dgm:resizeHandles val="exact"/>
        </dgm:presLayoutVars>
      </dgm:prSet>
      <dgm:spPr/>
    </dgm:pt>
    <dgm:pt modelId="{94555FF8-CFB1-4EE9-80BE-5DA2E1E8622D}" type="pres">
      <dgm:prSet presAssocID="{45E18624-80EA-400E-B891-C38594AF5EFD}" presName="composite" presStyleCnt="0"/>
      <dgm:spPr/>
    </dgm:pt>
    <dgm:pt modelId="{3F8E0E90-73CF-4811-9024-70B25DE17054}" type="pres">
      <dgm:prSet presAssocID="{45E18624-80EA-400E-B891-C38594AF5EFD}" presName="rect1" presStyleLbl="trAlignAcc1" presStyleIdx="0" presStyleCnt="6">
        <dgm:presLayoutVars>
          <dgm:bulletEnabled val="1"/>
        </dgm:presLayoutVars>
      </dgm:prSet>
      <dgm:spPr/>
    </dgm:pt>
    <dgm:pt modelId="{688A585F-28E7-4BE6-88AF-437A0D3752FE}" type="pres">
      <dgm:prSet presAssocID="{45E18624-80EA-400E-B891-C38594AF5EFD}" presName="rect2" presStyleLbl="fgImgPlace1" presStyleIdx="0" presStyleCnt="6"/>
      <dgm:spPr/>
    </dgm:pt>
    <dgm:pt modelId="{7E9DCADF-E8EB-45E3-A27A-9D88A21C020E}" type="pres">
      <dgm:prSet presAssocID="{1FE222AD-A013-4B9F-A095-5532E278D105}" presName="sibTrans" presStyleCnt="0"/>
      <dgm:spPr/>
    </dgm:pt>
    <dgm:pt modelId="{3004B03F-0812-4413-9477-2B5B58369398}" type="pres">
      <dgm:prSet presAssocID="{5281810D-5A47-414B-BF20-97E79AB8094D}" presName="composite" presStyleCnt="0"/>
      <dgm:spPr/>
    </dgm:pt>
    <dgm:pt modelId="{080591B0-88B5-4C8F-B7C3-FC2E1B59672E}" type="pres">
      <dgm:prSet presAssocID="{5281810D-5A47-414B-BF20-97E79AB8094D}" presName="rect1" presStyleLbl="trAlignAcc1" presStyleIdx="1" presStyleCnt="6">
        <dgm:presLayoutVars>
          <dgm:bulletEnabled val="1"/>
        </dgm:presLayoutVars>
      </dgm:prSet>
      <dgm:spPr/>
    </dgm:pt>
    <dgm:pt modelId="{6D32FEDC-C384-4E8F-ACA3-48D173FC3AE5}" type="pres">
      <dgm:prSet presAssocID="{5281810D-5A47-414B-BF20-97E79AB8094D}" presName="rect2" presStyleLbl="fgImgPlace1" presStyleIdx="1" presStyleCnt="6"/>
      <dgm:spPr/>
    </dgm:pt>
    <dgm:pt modelId="{7B744DC2-A9E0-47AF-81D5-66FE732CC006}" type="pres">
      <dgm:prSet presAssocID="{F7789AA9-B6F4-4250-BCBF-AAF202D19575}" presName="sibTrans" presStyleCnt="0"/>
      <dgm:spPr/>
    </dgm:pt>
    <dgm:pt modelId="{E9F30878-5224-4709-AB0F-6C81D0627AF9}" type="pres">
      <dgm:prSet presAssocID="{917D6D77-AB3D-4D0D-81FA-FB03DFAA1E36}" presName="composite" presStyleCnt="0"/>
      <dgm:spPr/>
    </dgm:pt>
    <dgm:pt modelId="{7CD34605-06B6-4D93-A0D1-215EFEFCF45B}" type="pres">
      <dgm:prSet presAssocID="{917D6D77-AB3D-4D0D-81FA-FB03DFAA1E36}" presName="rect1" presStyleLbl="trAlignAcc1" presStyleIdx="2" presStyleCnt="6">
        <dgm:presLayoutVars>
          <dgm:bulletEnabled val="1"/>
        </dgm:presLayoutVars>
      </dgm:prSet>
      <dgm:spPr/>
    </dgm:pt>
    <dgm:pt modelId="{275A35D6-5D44-4DEB-9378-137FB241C17A}" type="pres">
      <dgm:prSet presAssocID="{917D6D77-AB3D-4D0D-81FA-FB03DFAA1E36}" presName="rect2" presStyleLbl="fgImgPlace1" presStyleIdx="2" presStyleCnt="6"/>
      <dgm:spPr/>
    </dgm:pt>
    <dgm:pt modelId="{71D499E9-ED3B-4F63-B122-1FF7DB03B6BE}" type="pres">
      <dgm:prSet presAssocID="{59362E7E-BFB4-49C3-9E4B-5939D76ACC4B}" presName="sibTrans" presStyleCnt="0"/>
      <dgm:spPr/>
    </dgm:pt>
    <dgm:pt modelId="{3FF687AF-A06D-4BB9-A65D-8A39CE1AD4F8}" type="pres">
      <dgm:prSet presAssocID="{3882DC19-B82E-4DBC-B51E-FC9BA90CE7B1}" presName="composite" presStyleCnt="0"/>
      <dgm:spPr/>
    </dgm:pt>
    <dgm:pt modelId="{0F2ABFDF-F8C5-4193-8D11-A7715AC225B1}" type="pres">
      <dgm:prSet presAssocID="{3882DC19-B82E-4DBC-B51E-FC9BA90CE7B1}" presName="rect1" presStyleLbl="trAlignAcc1" presStyleIdx="3" presStyleCnt="6">
        <dgm:presLayoutVars>
          <dgm:bulletEnabled val="1"/>
        </dgm:presLayoutVars>
      </dgm:prSet>
      <dgm:spPr/>
    </dgm:pt>
    <dgm:pt modelId="{82C5FA43-8A78-46EB-B85A-9CB51CDDE3DF}" type="pres">
      <dgm:prSet presAssocID="{3882DC19-B82E-4DBC-B51E-FC9BA90CE7B1}" presName="rect2" presStyleLbl="fgImgPlace1" presStyleIdx="3" presStyleCnt="6"/>
      <dgm:spPr/>
    </dgm:pt>
    <dgm:pt modelId="{CFB52EE3-75BE-46E0-8B3B-7945D7E46F25}" type="pres">
      <dgm:prSet presAssocID="{D63D7B51-C09A-474C-87CA-8200FF33EAB2}" presName="sibTrans" presStyleCnt="0"/>
      <dgm:spPr/>
    </dgm:pt>
    <dgm:pt modelId="{0B23DCC0-1600-414B-956B-C328BC7D8CEF}" type="pres">
      <dgm:prSet presAssocID="{E84F9A2D-3C89-404A-B032-7ACE317A860A}" presName="composite" presStyleCnt="0"/>
      <dgm:spPr/>
    </dgm:pt>
    <dgm:pt modelId="{1A251E12-88A7-41DF-89BC-D85A6D755BF5}" type="pres">
      <dgm:prSet presAssocID="{E84F9A2D-3C89-404A-B032-7ACE317A860A}" presName="rect1" presStyleLbl="trAlignAcc1" presStyleIdx="4" presStyleCnt="6">
        <dgm:presLayoutVars>
          <dgm:bulletEnabled val="1"/>
        </dgm:presLayoutVars>
      </dgm:prSet>
      <dgm:spPr/>
    </dgm:pt>
    <dgm:pt modelId="{73ED8A92-2B89-4248-BF9B-B517E64CF8C8}" type="pres">
      <dgm:prSet presAssocID="{E84F9A2D-3C89-404A-B032-7ACE317A860A}" presName="rect2" presStyleLbl="fgImgPlace1" presStyleIdx="4" presStyleCnt="6"/>
      <dgm:spPr/>
    </dgm:pt>
    <dgm:pt modelId="{10FED997-F069-405A-A70B-D3F47D35A0CF}" type="pres">
      <dgm:prSet presAssocID="{96821363-01A4-4ABC-8F6F-8DF3A85D23B0}" presName="sibTrans" presStyleCnt="0"/>
      <dgm:spPr/>
    </dgm:pt>
    <dgm:pt modelId="{FF02D381-9C69-45E6-A221-E0B55E2F5432}" type="pres">
      <dgm:prSet presAssocID="{51DD3A35-5478-4E95-8F72-D3C362664375}" presName="composite" presStyleCnt="0"/>
      <dgm:spPr/>
    </dgm:pt>
    <dgm:pt modelId="{C556315A-9E9C-4620-9F33-0A22B10AFF69}" type="pres">
      <dgm:prSet presAssocID="{51DD3A35-5478-4E95-8F72-D3C362664375}" presName="rect1" presStyleLbl="trAlignAcc1" presStyleIdx="5" presStyleCnt="6" custLinFactNeighborY="-12786">
        <dgm:presLayoutVars>
          <dgm:bulletEnabled val="1"/>
        </dgm:presLayoutVars>
      </dgm:prSet>
      <dgm:spPr/>
    </dgm:pt>
    <dgm:pt modelId="{D4481FC3-F2E3-40DE-B451-CC45C851DEC4}" type="pres">
      <dgm:prSet presAssocID="{51DD3A35-5478-4E95-8F72-D3C362664375}" presName="rect2" presStyleLbl="fgImgPlace1" presStyleIdx="5" presStyleCnt="6"/>
      <dgm:spPr/>
    </dgm:pt>
  </dgm:ptLst>
  <dgm:cxnLst>
    <dgm:cxn modelId="{CF524901-C5D5-4BDC-9E1F-204430FB7633}" type="presOf" srcId="{E84F9A2D-3C89-404A-B032-7ACE317A860A}" destId="{1A251E12-88A7-41DF-89BC-D85A6D755BF5}" srcOrd="0" destOrd="0" presId="urn:microsoft.com/office/officeart/2008/layout/PictureStrips"/>
    <dgm:cxn modelId="{00E5BF03-7402-4174-A7EE-F48729227803}" srcId="{BE1D1E2F-BF01-47EB-884E-4BB7929D0D15}" destId="{51DD3A35-5478-4E95-8F72-D3C362664375}" srcOrd="5" destOrd="0" parTransId="{DAEA5B23-5748-459D-98D4-5CF07618E3F6}" sibTransId="{CECF1353-33E2-4E07-BF2D-4A75F033523A}"/>
    <dgm:cxn modelId="{110B1A0F-0430-4F3C-9199-4CC1CDBB67AE}" type="presOf" srcId="{917D6D77-AB3D-4D0D-81FA-FB03DFAA1E36}" destId="{7CD34605-06B6-4D93-A0D1-215EFEFCF45B}" srcOrd="0" destOrd="0" presId="urn:microsoft.com/office/officeart/2008/layout/PictureStrips"/>
    <dgm:cxn modelId="{343F7741-A9EB-44F3-87CD-FF5DCE6236A6}" srcId="{BE1D1E2F-BF01-47EB-884E-4BB7929D0D15}" destId="{917D6D77-AB3D-4D0D-81FA-FB03DFAA1E36}" srcOrd="2" destOrd="0" parTransId="{7292B4B8-2DAF-410F-80F4-1DF0B6907A99}" sibTransId="{59362E7E-BFB4-49C3-9E4B-5939D76ACC4B}"/>
    <dgm:cxn modelId="{18F26968-C822-4793-93D0-0E8A1EBC92D1}" srcId="{BE1D1E2F-BF01-47EB-884E-4BB7929D0D15}" destId="{5281810D-5A47-414B-BF20-97E79AB8094D}" srcOrd="1" destOrd="0" parTransId="{A65E14C1-BF0B-4BDA-B253-3F383A14624D}" sibTransId="{F7789AA9-B6F4-4250-BCBF-AAF202D19575}"/>
    <dgm:cxn modelId="{ED9B3387-BF2C-4A5D-8DC1-2280838B4903}" type="presOf" srcId="{5281810D-5A47-414B-BF20-97E79AB8094D}" destId="{080591B0-88B5-4C8F-B7C3-FC2E1B59672E}" srcOrd="0" destOrd="0" presId="urn:microsoft.com/office/officeart/2008/layout/PictureStrips"/>
    <dgm:cxn modelId="{471DBE89-6ABE-4B76-87F2-EC154FB9A39A}" srcId="{BE1D1E2F-BF01-47EB-884E-4BB7929D0D15}" destId="{45E18624-80EA-400E-B891-C38594AF5EFD}" srcOrd="0" destOrd="0" parTransId="{7F22F07B-B437-4122-ABB3-407D3EAF22E4}" sibTransId="{1FE222AD-A013-4B9F-A095-5532E278D105}"/>
    <dgm:cxn modelId="{E7DDE8AC-D240-4F93-9B01-204DB41EFB8B}" type="presOf" srcId="{51DD3A35-5478-4E95-8F72-D3C362664375}" destId="{C556315A-9E9C-4620-9F33-0A22B10AFF69}" srcOrd="0" destOrd="0" presId="urn:microsoft.com/office/officeart/2008/layout/PictureStrips"/>
    <dgm:cxn modelId="{1AC793CF-02C3-4F49-9E26-3296D1B4D1E6}" srcId="{BE1D1E2F-BF01-47EB-884E-4BB7929D0D15}" destId="{3882DC19-B82E-4DBC-B51E-FC9BA90CE7B1}" srcOrd="3" destOrd="0" parTransId="{85FCEBC0-245C-488D-96F6-97818E789E13}" sibTransId="{D63D7B51-C09A-474C-87CA-8200FF33EAB2}"/>
    <dgm:cxn modelId="{C96D76DF-008B-4ABA-ABD8-A7A17BF38984}" type="presOf" srcId="{45E18624-80EA-400E-B891-C38594AF5EFD}" destId="{3F8E0E90-73CF-4811-9024-70B25DE17054}" srcOrd="0" destOrd="0" presId="urn:microsoft.com/office/officeart/2008/layout/PictureStrips"/>
    <dgm:cxn modelId="{761A97E6-D4A5-4C17-A1AD-D9B9952F7E41}" srcId="{BE1D1E2F-BF01-47EB-884E-4BB7929D0D15}" destId="{E84F9A2D-3C89-404A-B032-7ACE317A860A}" srcOrd="4" destOrd="0" parTransId="{658ECD89-41C2-4283-8AEE-583A563FC780}" sibTransId="{96821363-01A4-4ABC-8F6F-8DF3A85D23B0}"/>
    <dgm:cxn modelId="{221B41F4-06EC-420D-9A91-63BC697D287E}" type="presOf" srcId="{BE1D1E2F-BF01-47EB-884E-4BB7929D0D15}" destId="{90532F4F-74B0-405B-96C3-57D77B8709CF}" srcOrd="0" destOrd="0" presId="urn:microsoft.com/office/officeart/2008/layout/PictureStrips"/>
    <dgm:cxn modelId="{09CA0AF5-ACEF-4426-A4D5-9EF0E9C5E1F8}" type="presOf" srcId="{3882DC19-B82E-4DBC-B51E-FC9BA90CE7B1}" destId="{0F2ABFDF-F8C5-4193-8D11-A7715AC225B1}" srcOrd="0" destOrd="0" presId="urn:microsoft.com/office/officeart/2008/layout/PictureStrips"/>
    <dgm:cxn modelId="{EE4E3F92-B0A5-45F7-AC0F-99291EA6DE33}" type="presParOf" srcId="{90532F4F-74B0-405B-96C3-57D77B8709CF}" destId="{94555FF8-CFB1-4EE9-80BE-5DA2E1E8622D}" srcOrd="0" destOrd="0" presId="urn:microsoft.com/office/officeart/2008/layout/PictureStrips"/>
    <dgm:cxn modelId="{3EB7ADF8-FAEB-4FA1-BA5F-2DB794179607}" type="presParOf" srcId="{94555FF8-CFB1-4EE9-80BE-5DA2E1E8622D}" destId="{3F8E0E90-73CF-4811-9024-70B25DE17054}" srcOrd="0" destOrd="0" presId="urn:microsoft.com/office/officeart/2008/layout/PictureStrips"/>
    <dgm:cxn modelId="{2DA52C71-CFE5-43CB-9C07-BEB476D28F95}" type="presParOf" srcId="{94555FF8-CFB1-4EE9-80BE-5DA2E1E8622D}" destId="{688A585F-28E7-4BE6-88AF-437A0D3752FE}" srcOrd="1" destOrd="0" presId="urn:microsoft.com/office/officeart/2008/layout/PictureStrips"/>
    <dgm:cxn modelId="{30F12E4F-7AB6-4801-B20F-01DE0D6FB734}" type="presParOf" srcId="{90532F4F-74B0-405B-96C3-57D77B8709CF}" destId="{7E9DCADF-E8EB-45E3-A27A-9D88A21C020E}" srcOrd="1" destOrd="0" presId="urn:microsoft.com/office/officeart/2008/layout/PictureStrips"/>
    <dgm:cxn modelId="{22270D6D-CE0E-4911-AA70-9E6160AF4B8E}" type="presParOf" srcId="{90532F4F-74B0-405B-96C3-57D77B8709CF}" destId="{3004B03F-0812-4413-9477-2B5B58369398}" srcOrd="2" destOrd="0" presId="urn:microsoft.com/office/officeart/2008/layout/PictureStrips"/>
    <dgm:cxn modelId="{5680EFBA-B570-4838-86E9-45302A98EEE3}" type="presParOf" srcId="{3004B03F-0812-4413-9477-2B5B58369398}" destId="{080591B0-88B5-4C8F-B7C3-FC2E1B59672E}" srcOrd="0" destOrd="0" presId="urn:microsoft.com/office/officeart/2008/layout/PictureStrips"/>
    <dgm:cxn modelId="{7926782B-75B8-4122-9F2D-6FB0C20039A0}" type="presParOf" srcId="{3004B03F-0812-4413-9477-2B5B58369398}" destId="{6D32FEDC-C384-4E8F-ACA3-48D173FC3AE5}" srcOrd="1" destOrd="0" presId="urn:microsoft.com/office/officeart/2008/layout/PictureStrips"/>
    <dgm:cxn modelId="{A2C15D1F-5A81-4D3D-8FB3-28FF70391176}" type="presParOf" srcId="{90532F4F-74B0-405B-96C3-57D77B8709CF}" destId="{7B744DC2-A9E0-47AF-81D5-66FE732CC006}" srcOrd="3" destOrd="0" presId="urn:microsoft.com/office/officeart/2008/layout/PictureStrips"/>
    <dgm:cxn modelId="{1D3E851D-EC58-4B2B-84BB-1850A3A36A34}" type="presParOf" srcId="{90532F4F-74B0-405B-96C3-57D77B8709CF}" destId="{E9F30878-5224-4709-AB0F-6C81D0627AF9}" srcOrd="4" destOrd="0" presId="urn:microsoft.com/office/officeart/2008/layout/PictureStrips"/>
    <dgm:cxn modelId="{CD7C0ADE-3272-435D-A62F-BE1C392F09A1}" type="presParOf" srcId="{E9F30878-5224-4709-AB0F-6C81D0627AF9}" destId="{7CD34605-06B6-4D93-A0D1-215EFEFCF45B}" srcOrd="0" destOrd="0" presId="urn:microsoft.com/office/officeart/2008/layout/PictureStrips"/>
    <dgm:cxn modelId="{65C0280C-CC9C-46FC-88B5-FAA303053DB3}" type="presParOf" srcId="{E9F30878-5224-4709-AB0F-6C81D0627AF9}" destId="{275A35D6-5D44-4DEB-9378-137FB241C17A}" srcOrd="1" destOrd="0" presId="urn:microsoft.com/office/officeart/2008/layout/PictureStrips"/>
    <dgm:cxn modelId="{FF7793C7-941B-4B48-A091-C7DA08C5684A}" type="presParOf" srcId="{90532F4F-74B0-405B-96C3-57D77B8709CF}" destId="{71D499E9-ED3B-4F63-B122-1FF7DB03B6BE}" srcOrd="5" destOrd="0" presId="urn:microsoft.com/office/officeart/2008/layout/PictureStrips"/>
    <dgm:cxn modelId="{1138CFEF-67E0-41D1-A41E-013D83EC7D06}" type="presParOf" srcId="{90532F4F-74B0-405B-96C3-57D77B8709CF}" destId="{3FF687AF-A06D-4BB9-A65D-8A39CE1AD4F8}" srcOrd="6" destOrd="0" presId="urn:microsoft.com/office/officeart/2008/layout/PictureStrips"/>
    <dgm:cxn modelId="{DEE945E9-425D-4368-9866-C18B6C3F873F}" type="presParOf" srcId="{3FF687AF-A06D-4BB9-A65D-8A39CE1AD4F8}" destId="{0F2ABFDF-F8C5-4193-8D11-A7715AC225B1}" srcOrd="0" destOrd="0" presId="urn:microsoft.com/office/officeart/2008/layout/PictureStrips"/>
    <dgm:cxn modelId="{2D79F765-5EC2-42EA-BB4F-94E7E8E4A3EF}" type="presParOf" srcId="{3FF687AF-A06D-4BB9-A65D-8A39CE1AD4F8}" destId="{82C5FA43-8A78-46EB-B85A-9CB51CDDE3DF}" srcOrd="1" destOrd="0" presId="urn:microsoft.com/office/officeart/2008/layout/PictureStrips"/>
    <dgm:cxn modelId="{0BDEEFCC-1283-4D3C-AD38-411EF51C813D}" type="presParOf" srcId="{90532F4F-74B0-405B-96C3-57D77B8709CF}" destId="{CFB52EE3-75BE-46E0-8B3B-7945D7E46F25}" srcOrd="7" destOrd="0" presId="urn:microsoft.com/office/officeart/2008/layout/PictureStrips"/>
    <dgm:cxn modelId="{99EC400D-ACAE-4A90-A3FC-1F1333040DE5}" type="presParOf" srcId="{90532F4F-74B0-405B-96C3-57D77B8709CF}" destId="{0B23DCC0-1600-414B-956B-C328BC7D8CEF}" srcOrd="8" destOrd="0" presId="urn:microsoft.com/office/officeart/2008/layout/PictureStrips"/>
    <dgm:cxn modelId="{52330A05-135F-4E21-BBD7-819CB0EC65FB}" type="presParOf" srcId="{0B23DCC0-1600-414B-956B-C328BC7D8CEF}" destId="{1A251E12-88A7-41DF-89BC-D85A6D755BF5}" srcOrd="0" destOrd="0" presId="urn:microsoft.com/office/officeart/2008/layout/PictureStrips"/>
    <dgm:cxn modelId="{E6D849B3-2002-454D-88F9-E41239B9F001}" type="presParOf" srcId="{0B23DCC0-1600-414B-956B-C328BC7D8CEF}" destId="{73ED8A92-2B89-4248-BF9B-B517E64CF8C8}" srcOrd="1" destOrd="0" presId="urn:microsoft.com/office/officeart/2008/layout/PictureStrips"/>
    <dgm:cxn modelId="{49C22481-6EAD-47D1-B265-2F1F82B1E147}" type="presParOf" srcId="{90532F4F-74B0-405B-96C3-57D77B8709CF}" destId="{10FED997-F069-405A-A70B-D3F47D35A0CF}" srcOrd="9" destOrd="0" presId="urn:microsoft.com/office/officeart/2008/layout/PictureStrips"/>
    <dgm:cxn modelId="{83EF566E-435B-4137-8767-8B02538880CC}" type="presParOf" srcId="{90532F4F-74B0-405B-96C3-57D77B8709CF}" destId="{FF02D381-9C69-45E6-A221-E0B55E2F5432}" srcOrd="10" destOrd="0" presId="urn:microsoft.com/office/officeart/2008/layout/PictureStrips"/>
    <dgm:cxn modelId="{492138AC-E486-4196-BE3F-8A1C220035AD}" type="presParOf" srcId="{FF02D381-9C69-45E6-A221-E0B55E2F5432}" destId="{C556315A-9E9C-4620-9F33-0A22B10AFF69}" srcOrd="0" destOrd="0" presId="urn:microsoft.com/office/officeart/2008/layout/PictureStrips"/>
    <dgm:cxn modelId="{08147469-BEA4-4E7F-B9E9-6B88B8BF1B12}" type="presParOf" srcId="{FF02D381-9C69-45E6-A221-E0B55E2F5432}" destId="{D4481FC3-F2E3-40DE-B451-CC45C851DEC4}"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F79E5DB-F2A4-4F94-BB18-46EDB1AF9A49}" type="doc">
      <dgm:prSet loTypeId="urn:microsoft.com/office/officeart/2005/8/layout/chevron2" loCatId="list" qsTypeId="urn:microsoft.com/office/officeart/2005/8/quickstyle/simple1" qsCatId="simple" csTypeId="urn:microsoft.com/office/officeart/2005/8/colors/accent2_4" csCatId="accent2" phldr="1"/>
      <dgm:spPr/>
      <dgm:t>
        <a:bodyPr/>
        <a:lstStyle/>
        <a:p>
          <a:endParaRPr lang="en-IN"/>
        </a:p>
      </dgm:t>
    </dgm:pt>
    <dgm:pt modelId="{B524ABE0-8CDC-4533-B2A8-E28CFAE3C4BD}">
      <dgm:prSet phldrT="[Text]"/>
      <dgm:spPr/>
      <dgm:t>
        <a:bodyPr/>
        <a:lstStyle/>
        <a:p>
          <a:r>
            <a:rPr lang="en-US" dirty="0"/>
            <a:t>01</a:t>
          </a:r>
          <a:endParaRPr lang="en-IN" dirty="0"/>
        </a:p>
      </dgm:t>
    </dgm:pt>
    <dgm:pt modelId="{48DC997C-BD0F-4FEF-8D59-77F716981BD1}" type="parTrans" cxnId="{9D6E3B0E-8068-4B21-9408-C4AAA6A26E76}">
      <dgm:prSet/>
      <dgm:spPr/>
      <dgm:t>
        <a:bodyPr/>
        <a:lstStyle/>
        <a:p>
          <a:endParaRPr lang="en-IN"/>
        </a:p>
      </dgm:t>
    </dgm:pt>
    <dgm:pt modelId="{CB17E22C-5F95-45D7-B381-E91A105DEDB3}" type="sibTrans" cxnId="{9D6E3B0E-8068-4B21-9408-C4AAA6A26E76}">
      <dgm:prSet/>
      <dgm:spPr/>
      <dgm:t>
        <a:bodyPr/>
        <a:lstStyle/>
        <a:p>
          <a:endParaRPr lang="en-IN"/>
        </a:p>
      </dgm:t>
    </dgm:pt>
    <dgm:pt modelId="{45C86CDD-217E-46F3-921C-6BE2FC5D0752}">
      <dgm:prSet phldrT="[Text]" custT="1"/>
      <dgm:spPr/>
      <dgm:t>
        <a:bodyPr/>
        <a:lstStyle/>
        <a:p>
          <a:pPr>
            <a:buClrTx/>
            <a:buSzTx/>
            <a:buFontTx/>
            <a:buNone/>
          </a:pPr>
          <a:r>
            <a:rPr kumimoji="0" lang="en-US" altLang="en-US" sz="1600" b="1" i="0" u="none" strike="noStrike" cap="none" normalizeH="0" baseline="0" dirty="0">
              <a:ln>
                <a:noFill/>
              </a:ln>
              <a:solidFill>
                <a:schemeClr val="tx1"/>
              </a:solidFill>
              <a:effectLst/>
            </a:rPr>
            <a:t>Prioritize seasonal planning</a:t>
          </a:r>
          <a:br>
            <a:rPr kumimoji="0" lang="en-US" altLang="en-US" sz="1600" b="1"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Build on </a:t>
          </a:r>
          <a:r>
            <a:rPr kumimoji="0" lang="en-US" altLang="en-US" sz="1600" b="0" i="0" u="none" strike="noStrike" cap="none" normalizeH="0" baseline="0" dirty="0" err="1">
              <a:ln>
                <a:noFill/>
              </a:ln>
              <a:solidFill>
                <a:schemeClr val="tx1"/>
              </a:solidFill>
              <a:effectLst/>
            </a:rPr>
            <a:t>Kharif's</a:t>
          </a:r>
          <a:r>
            <a:rPr kumimoji="0" lang="en-US" altLang="en-US" sz="1600" b="0" i="0" u="none" strike="noStrike" cap="none" normalizeH="0" baseline="0" dirty="0">
              <a:ln>
                <a:noFill/>
              </a:ln>
              <a:solidFill>
                <a:schemeClr val="tx1"/>
              </a:solidFill>
              <a:effectLst/>
            </a:rPr>
            <a:t> strong conditions while targeting improvements for Rabi and especially Zaid.</a:t>
          </a:r>
          <a:endParaRPr lang="en-IN" sz="1600" dirty="0"/>
        </a:p>
      </dgm:t>
    </dgm:pt>
    <dgm:pt modelId="{18EC2C9D-4612-491A-9B21-BCCA62CFEEBA}" type="parTrans" cxnId="{1D1B62E3-BD64-472E-B7A0-F844CD92E35F}">
      <dgm:prSet/>
      <dgm:spPr/>
      <dgm:t>
        <a:bodyPr/>
        <a:lstStyle/>
        <a:p>
          <a:endParaRPr lang="en-IN"/>
        </a:p>
      </dgm:t>
    </dgm:pt>
    <dgm:pt modelId="{76C75ECE-319A-4477-BDEA-5348D06BC3D7}" type="sibTrans" cxnId="{1D1B62E3-BD64-472E-B7A0-F844CD92E35F}">
      <dgm:prSet/>
      <dgm:spPr/>
      <dgm:t>
        <a:bodyPr/>
        <a:lstStyle/>
        <a:p>
          <a:endParaRPr lang="en-IN"/>
        </a:p>
      </dgm:t>
    </dgm:pt>
    <dgm:pt modelId="{163E874F-3357-4502-AD3E-E7B6D125E6D2}">
      <dgm:prSet phldrT="[Text]"/>
      <dgm:spPr/>
      <dgm:t>
        <a:bodyPr/>
        <a:lstStyle/>
        <a:p>
          <a:r>
            <a:rPr lang="en-US" dirty="0"/>
            <a:t>02</a:t>
          </a:r>
          <a:endParaRPr lang="en-IN" dirty="0"/>
        </a:p>
      </dgm:t>
    </dgm:pt>
    <dgm:pt modelId="{9423A065-6917-44FF-BECA-BDC81895D257}" type="parTrans" cxnId="{34D9A14D-080F-4C84-986B-79D02CBC48F9}">
      <dgm:prSet/>
      <dgm:spPr/>
      <dgm:t>
        <a:bodyPr/>
        <a:lstStyle/>
        <a:p>
          <a:endParaRPr lang="en-IN"/>
        </a:p>
      </dgm:t>
    </dgm:pt>
    <dgm:pt modelId="{6574B7AC-6B85-4948-8EA6-5EE557B82762}" type="sibTrans" cxnId="{34D9A14D-080F-4C84-986B-79D02CBC48F9}">
      <dgm:prSet/>
      <dgm:spPr/>
      <dgm:t>
        <a:bodyPr/>
        <a:lstStyle/>
        <a:p>
          <a:endParaRPr lang="en-IN"/>
        </a:p>
      </dgm:t>
    </dgm:pt>
    <dgm:pt modelId="{8DFAAA89-6DE9-425A-8E11-446446B30DA1}">
      <dgm:prSet phldrT="[Text]" custT="1"/>
      <dgm:spPr/>
      <dgm:t>
        <a:bodyPr/>
        <a:lstStyle/>
        <a:p>
          <a:pPr>
            <a:buClrTx/>
            <a:buSzTx/>
            <a:buFontTx/>
            <a:buNone/>
          </a:pPr>
          <a:r>
            <a:rPr kumimoji="0" lang="en-US" altLang="en-US" sz="1600" b="1" i="0" u="none" strike="noStrike" cap="none" normalizeH="0" baseline="0" dirty="0">
              <a:ln>
                <a:noFill/>
              </a:ln>
              <a:solidFill>
                <a:schemeClr val="tx1"/>
              </a:solidFill>
              <a:effectLst/>
            </a:rPr>
            <a:t>Improve water management</a:t>
          </a:r>
          <a:br>
            <a:rPr kumimoji="0" lang="en-US" altLang="en-US" sz="1600" b="1"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Shift from Flood toward Drip irrigation where feasible — it pairs high yield with lower water use.</a:t>
          </a:r>
          <a:endParaRPr lang="en-IN" sz="1600" dirty="0"/>
        </a:p>
      </dgm:t>
    </dgm:pt>
    <dgm:pt modelId="{C89BFA50-BC9A-472C-89FA-819E7123CF45}" type="parTrans" cxnId="{0B8AF309-8E69-478B-B838-E999FAE9599F}">
      <dgm:prSet/>
      <dgm:spPr/>
      <dgm:t>
        <a:bodyPr/>
        <a:lstStyle/>
        <a:p>
          <a:endParaRPr lang="en-IN"/>
        </a:p>
      </dgm:t>
    </dgm:pt>
    <dgm:pt modelId="{7126C8FA-1B14-4AC2-81BE-CC8A57CA92BE}" type="sibTrans" cxnId="{0B8AF309-8E69-478B-B838-E999FAE9599F}">
      <dgm:prSet/>
      <dgm:spPr/>
      <dgm:t>
        <a:bodyPr/>
        <a:lstStyle/>
        <a:p>
          <a:endParaRPr lang="en-IN"/>
        </a:p>
      </dgm:t>
    </dgm:pt>
    <dgm:pt modelId="{648ED9B5-EB68-4383-8273-887C3DAE21A2}">
      <dgm:prSet phldrT="[Text]"/>
      <dgm:spPr/>
      <dgm:t>
        <a:bodyPr/>
        <a:lstStyle/>
        <a:p>
          <a:r>
            <a:rPr lang="en-US" dirty="0"/>
            <a:t>03</a:t>
          </a:r>
          <a:endParaRPr lang="en-IN" dirty="0"/>
        </a:p>
      </dgm:t>
    </dgm:pt>
    <dgm:pt modelId="{1056F086-876B-4EE2-A66A-E749B4498DB3}" type="parTrans" cxnId="{4B922958-DBC4-4779-ADCE-C0FCE05F3D07}">
      <dgm:prSet/>
      <dgm:spPr/>
      <dgm:t>
        <a:bodyPr/>
        <a:lstStyle/>
        <a:p>
          <a:endParaRPr lang="en-IN"/>
        </a:p>
      </dgm:t>
    </dgm:pt>
    <dgm:pt modelId="{30C55587-BC7A-40AF-BB69-D225499D8104}" type="sibTrans" cxnId="{4B922958-DBC4-4779-ADCE-C0FCE05F3D07}">
      <dgm:prSet/>
      <dgm:spPr/>
      <dgm:t>
        <a:bodyPr/>
        <a:lstStyle/>
        <a:p>
          <a:endParaRPr lang="en-IN"/>
        </a:p>
      </dgm:t>
    </dgm:pt>
    <dgm:pt modelId="{8883E2ED-9D67-4739-87AE-9F5D111663D6}">
      <dgm:prSet phldrT="[Text]" custT="1"/>
      <dgm:spPr/>
      <dgm:t>
        <a:bodyPr/>
        <a:lstStyle/>
        <a:p>
          <a:pPr>
            <a:buClrTx/>
            <a:buSzTx/>
            <a:buFontTx/>
            <a:buNone/>
          </a:pPr>
          <a:r>
            <a:rPr kumimoji="0" lang="en-US" altLang="en-US" sz="1600" b="1" i="0" u="none" strike="noStrike" cap="none" normalizeH="0" baseline="0" dirty="0">
              <a:ln>
                <a:noFill/>
              </a:ln>
              <a:solidFill>
                <a:schemeClr val="tx1"/>
              </a:solidFill>
              <a:effectLst/>
            </a:rPr>
            <a:t>Treat Zaid as the priority season</a:t>
          </a:r>
          <a:br>
            <a:rPr kumimoji="0" lang="en-US" altLang="en-US" sz="1600" b="1"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Lowest yield, efficiency, revenue, profit and profitability rate (35.5%) make it the top improvement target.</a:t>
          </a:r>
          <a:endParaRPr lang="en-IN" sz="1600" dirty="0"/>
        </a:p>
      </dgm:t>
    </dgm:pt>
    <dgm:pt modelId="{3F244A0D-631F-4140-9CD8-811BAF84C555}" type="parTrans" cxnId="{DE90ADEB-9F52-46F3-8AB9-97BF7E019DAF}">
      <dgm:prSet/>
      <dgm:spPr/>
      <dgm:t>
        <a:bodyPr/>
        <a:lstStyle/>
        <a:p>
          <a:endParaRPr lang="en-IN"/>
        </a:p>
      </dgm:t>
    </dgm:pt>
    <dgm:pt modelId="{6F729FA6-82EF-4C72-AC96-FBBCE478C706}" type="sibTrans" cxnId="{DE90ADEB-9F52-46F3-8AB9-97BF7E019DAF}">
      <dgm:prSet/>
      <dgm:spPr/>
      <dgm:t>
        <a:bodyPr/>
        <a:lstStyle/>
        <a:p>
          <a:endParaRPr lang="en-IN"/>
        </a:p>
      </dgm:t>
    </dgm:pt>
    <dgm:pt modelId="{ADB9540A-3F1B-44F4-89E7-B8F5DA355034}">
      <dgm:prSet phldrT="[Text]"/>
      <dgm:spPr/>
      <dgm:t>
        <a:bodyPr/>
        <a:lstStyle/>
        <a:p>
          <a:r>
            <a:rPr lang="en-US" dirty="0"/>
            <a:t>04</a:t>
          </a:r>
          <a:endParaRPr lang="en-IN" dirty="0"/>
        </a:p>
      </dgm:t>
    </dgm:pt>
    <dgm:pt modelId="{D3C354C9-8547-4B30-B985-0ED0D83EF60E}" type="parTrans" cxnId="{09C615EC-D3B0-4CE5-976C-28F4506615EE}">
      <dgm:prSet/>
      <dgm:spPr/>
      <dgm:t>
        <a:bodyPr/>
        <a:lstStyle/>
        <a:p>
          <a:endParaRPr lang="en-IN"/>
        </a:p>
      </dgm:t>
    </dgm:pt>
    <dgm:pt modelId="{2D92F394-95F6-4EE2-87C5-7C1F14751AB6}" type="sibTrans" cxnId="{09C615EC-D3B0-4CE5-976C-28F4506615EE}">
      <dgm:prSet/>
      <dgm:spPr/>
      <dgm:t>
        <a:bodyPr/>
        <a:lstStyle/>
        <a:p>
          <a:endParaRPr lang="en-IN"/>
        </a:p>
      </dgm:t>
    </dgm:pt>
    <dgm:pt modelId="{0359198F-725E-4111-A080-F1B67A89124D}">
      <dgm:prSet phldrT="[Text]" custT="1"/>
      <dgm:spPr/>
      <dgm:t>
        <a:bodyPr/>
        <a:lstStyle/>
        <a:p>
          <a:r>
            <a:rPr kumimoji="0" lang="en-US" altLang="en-US" sz="1600" b="1" i="0" u="none" strike="noStrike" cap="none" normalizeH="0" baseline="0" dirty="0">
              <a:ln>
                <a:noFill/>
              </a:ln>
              <a:solidFill>
                <a:schemeClr val="tx1"/>
              </a:solidFill>
              <a:effectLst/>
            </a:rPr>
            <a:t>Weigh crop economics, not yield alone</a:t>
          </a:r>
          <a:br>
            <a:rPr kumimoji="0" lang="en-US" altLang="en-US" sz="1600" b="1"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Sugarcane's high yield does not mean planting it everywhere — factor in profitability per crop.</a:t>
          </a:r>
          <a:endParaRPr lang="en-IN" sz="1600" dirty="0"/>
        </a:p>
      </dgm:t>
    </dgm:pt>
    <dgm:pt modelId="{0A98EDC7-8B84-481C-8B06-F53B9A2C10D5}" type="parTrans" cxnId="{4DB18F2D-A5C0-4D74-8ADA-71EFDB0057B6}">
      <dgm:prSet/>
      <dgm:spPr/>
      <dgm:t>
        <a:bodyPr/>
        <a:lstStyle/>
        <a:p>
          <a:endParaRPr lang="en-IN"/>
        </a:p>
      </dgm:t>
    </dgm:pt>
    <dgm:pt modelId="{1A037713-3197-4FCB-8CD3-BB6967A00440}" type="sibTrans" cxnId="{4DB18F2D-A5C0-4D74-8ADA-71EFDB0057B6}">
      <dgm:prSet/>
      <dgm:spPr/>
      <dgm:t>
        <a:bodyPr/>
        <a:lstStyle/>
        <a:p>
          <a:endParaRPr lang="en-IN"/>
        </a:p>
      </dgm:t>
    </dgm:pt>
    <dgm:pt modelId="{69B6AF35-97C5-4CF4-8444-33F1B5EB321B}">
      <dgm:prSet phldrT="[Text]"/>
      <dgm:spPr/>
      <dgm:t>
        <a:bodyPr/>
        <a:lstStyle/>
        <a:p>
          <a:r>
            <a:rPr lang="en-US" dirty="0"/>
            <a:t>05</a:t>
          </a:r>
          <a:endParaRPr lang="en-IN" dirty="0"/>
        </a:p>
      </dgm:t>
    </dgm:pt>
    <dgm:pt modelId="{6F1E8388-EE36-4828-B1D3-CCD30B854C90}" type="parTrans" cxnId="{9183E334-4EA8-4F7A-937B-DD9C7EA87A12}">
      <dgm:prSet/>
      <dgm:spPr/>
      <dgm:t>
        <a:bodyPr/>
        <a:lstStyle/>
        <a:p>
          <a:endParaRPr lang="en-IN"/>
        </a:p>
      </dgm:t>
    </dgm:pt>
    <dgm:pt modelId="{2C726670-1426-4418-80EA-26B160DBE7D6}" type="sibTrans" cxnId="{9183E334-4EA8-4F7A-937B-DD9C7EA87A12}">
      <dgm:prSet/>
      <dgm:spPr/>
      <dgm:t>
        <a:bodyPr/>
        <a:lstStyle/>
        <a:p>
          <a:endParaRPr lang="en-IN"/>
        </a:p>
      </dgm:t>
    </dgm:pt>
    <dgm:pt modelId="{F67CC31C-FC65-4682-B0D5-FAE32B089349}">
      <dgm:prSet phldrT="[Text]" custT="1"/>
      <dgm:spPr/>
      <dgm:t>
        <a:bodyPr/>
        <a:lstStyle/>
        <a:p>
          <a:r>
            <a:rPr kumimoji="0" lang="en-US" altLang="en-US" sz="1600" b="1" i="0" u="none" strike="noStrike" cap="none" normalizeH="0" baseline="0" dirty="0">
              <a:ln>
                <a:noFill/>
              </a:ln>
              <a:solidFill>
                <a:schemeClr val="tx1"/>
              </a:solidFill>
              <a:effectLst/>
            </a:rPr>
            <a:t>Don't rely on a single input</a:t>
          </a:r>
          <a:br>
            <a:rPr kumimoji="0" lang="en-US" altLang="en-US" sz="1600" b="1"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Rainfall, soil moisture, fertilizer and seed quality show no meaningful individual linear relationship with yield.</a:t>
          </a:r>
          <a:endParaRPr lang="en-IN" sz="1600" dirty="0"/>
        </a:p>
      </dgm:t>
    </dgm:pt>
    <dgm:pt modelId="{3EF14066-D99A-44DA-AC9A-1EF4FA63713A}" type="parTrans" cxnId="{539515C1-4F80-46C8-8C0A-EE329E5692EC}">
      <dgm:prSet/>
      <dgm:spPr/>
      <dgm:t>
        <a:bodyPr/>
        <a:lstStyle/>
        <a:p>
          <a:endParaRPr lang="en-IN"/>
        </a:p>
      </dgm:t>
    </dgm:pt>
    <dgm:pt modelId="{0930DBBC-451F-45DF-AD95-541C30A56FC0}" type="sibTrans" cxnId="{539515C1-4F80-46C8-8C0A-EE329E5692EC}">
      <dgm:prSet/>
      <dgm:spPr/>
      <dgm:t>
        <a:bodyPr/>
        <a:lstStyle/>
        <a:p>
          <a:endParaRPr lang="en-IN"/>
        </a:p>
      </dgm:t>
    </dgm:pt>
    <dgm:pt modelId="{F6BB800C-39AC-48D2-A661-F9CF711A3D22}">
      <dgm:prSet phldrT="[Text]"/>
      <dgm:spPr/>
      <dgm:t>
        <a:bodyPr/>
        <a:lstStyle/>
        <a:p>
          <a:r>
            <a:rPr lang="en-US" dirty="0"/>
            <a:t>06</a:t>
          </a:r>
          <a:endParaRPr lang="en-IN" dirty="0"/>
        </a:p>
      </dgm:t>
    </dgm:pt>
    <dgm:pt modelId="{0F17D57A-FC0B-4BB1-89E0-5D2152169411}" type="parTrans" cxnId="{3D6C02EA-3474-4E05-95F8-5B915F1804CE}">
      <dgm:prSet/>
      <dgm:spPr/>
      <dgm:t>
        <a:bodyPr/>
        <a:lstStyle/>
        <a:p>
          <a:endParaRPr lang="en-IN"/>
        </a:p>
      </dgm:t>
    </dgm:pt>
    <dgm:pt modelId="{92157C94-C763-4678-AAAD-CDF3324C7AA8}" type="sibTrans" cxnId="{3D6C02EA-3474-4E05-95F8-5B915F1804CE}">
      <dgm:prSet/>
      <dgm:spPr/>
      <dgm:t>
        <a:bodyPr/>
        <a:lstStyle/>
        <a:p>
          <a:endParaRPr lang="en-IN"/>
        </a:p>
      </dgm:t>
    </dgm:pt>
    <dgm:pt modelId="{9BCFD4EA-7F9A-49DA-958C-88025ECE50B8}">
      <dgm:prSet phldrT="[Text]" custT="1"/>
      <dgm:spPr/>
      <dgm:t>
        <a:bodyPr/>
        <a:lstStyle/>
        <a:p>
          <a:r>
            <a:rPr kumimoji="0" lang="en-US" altLang="en-US" sz="1600" b="1" i="0" u="none" strike="noStrike" cap="none" normalizeH="0" baseline="0" dirty="0">
              <a:ln>
                <a:noFill/>
              </a:ln>
              <a:solidFill>
                <a:schemeClr val="tx1"/>
              </a:solidFill>
              <a:effectLst/>
            </a:rPr>
            <a:t>Track profitability, not just production</a:t>
          </a:r>
          <a:br>
            <a:rPr kumimoji="0" lang="en-US" altLang="en-US" sz="1600" b="1"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Evaluate farms on both output and economics — higher yield doesn't always mean higher profit.</a:t>
          </a:r>
          <a:endParaRPr lang="en-IN" sz="1600" dirty="0"/>
        </a:p>
      </dgm:t>
    </dgm:pt>
    <dgm:pt modelId="{2B9AD9AA-AF6B-469F-B9DF-781D764C7BA2}" type="parTrans" cxnId="{1EEF0E99-FBE0-418A-96B5-1872A733B457}">
      <dgm:prSet/>
      <dgm:spPr/>
      <dgm:t>
        <a:bodyPr/>
        <a:lstStyle/>
        <a:p>
          <a:endParaRPr lang="en-IN"/>
        </a:p>
      </dgm:t>
    </dgm:pt>
    <dgm:pt modelId="{235B3E59-2322-489B-B4FD-DED509EF68F5}" type="sibTrans" cxnId="{1EEF0E99-FBE0-418A-96B5-1872A733B457}">
      <dgm:prSet/>
      <dgm:spPr/>
      <dgm:t>
        <a:bodyPr/>
        <a:lstStyle/>
        <a:p>
          <a:endParaRPr lang="en-IN"/>
        </a:p>
      </dgm:t>
    </dgm:pt>
    <dgm:pt modelId="{5248F95D-F3DE-4AEF-A8E4-B8B96FFAA09D}" type="pres">
      <dgm:prSet presAssocID="{CF79E5DB-F2A4-4F94-BB18-46EDB1AF9A49}" presName="linearFlow" presStyleCnt="0">
        <dgm:presLayoutVars>
          <dgm:dir/>
          <dgm:animLvl val="lvl"/>
          <dgm:resizeHandles val="exact"/>
        </dgm:presLayoutVars>
      </dgm:prSet>
      <dgm:spPr/>
    </dgm:pt>
    <dgm:pt modelId="{E1399312-B1F8-4791-B0A9-96B3E937123B}" type="pres">
      <dgm:prSet presAssocID="{B524ABE0-8CDC-4533-B2A8-E28CFAE3C4BD}" presName="composite" presStyleCnt="0"/>
      <dgm:spPr/>
    </dgm:pt>
    <dgm:pt modelId="{D13EE507-009A-413F-B515-72DE857B1F09}" type="pres">
      <dgm:prSet presAssocID="{B524ABE0-8CDC-4533-B2A8-E28CFAE3C4BD}" presName="parentText" presStyleLbl="alignNode1" presStyleIdx="0" presStyleCnt="6">
        <dgm:presLayoutVars>
          <dgm:chMax val="1"/>
          <dgm:bulletEnabled val="1"/>
        </dgm:presLayoutVars>
      </dgm:prSet>
      <dgm:spPr/>
    </dgm:pt>
    <dgm:pt modelId="{92E41A1B-5331-4B14-858A-FBAB0F00DAA0}" type="pres">
      <dgm:prSet presAssocID="{B524ABE0-8CDC-4533-B2A8-E28CFAE3C4BD}" presName="descendantText" presStyleLbl="alignAcc1" presStyleIdx="0" presStyleCnt="6">
        <dgm:presLayoutVars>
          <dgm:bulletEnabled val="1"/>
        </dgm:presLayoutVars>
      </dgm:prSet>
      <dgm:spPr/>
    </dgm:pt>
    <dgm:pt modelId="{D5BD496F-19D7-435E-9907-EC73D6E5FC45}" type="pres">
      <dgm:prSet presAssocID="{CB17E22C-5F95-45D7-B381-E91A105DEDB3}" presName="sp" presStyleCnt="0"/>
      <dgm:spPr/>
    </dgm:pt>
    <dgm:pt modelId="{3B8D6EAF-0513-4AEC-96BA-310C54129E85}" type="pres">
      <dgm:prSet presAssocID="{163E874F-3357-4502-AD3E-E7B6D125E6D2}" presName="composite" presStyleCnt="0"/>
      <dgm:spPr/>
    </dgm:pt>
    <dgm:pt modelId="{40AAAE69-52F5-4A0D-B4B0-BFEFE6EEA1C3}" type="pres">
      <dgm:prSet presAssocID="{163E874F-3357-4502-AD3E-E7B6D125E6D2}" presName="parentText" presStyleLbl="alignNode1" presStyleIdx="1" presStyleCnt="6">
        <dgm:presLayoutVars>
          <dgm:chMax val="1"/>
          <dgm:bulletEnabled val="1"/>
        </dgm:presLayoutVars>
      </dgm:prSet>
      <dgm:spPr/>
    </dgm:pt>
    <dgm:pt modelId="{33C15850-5BF5-4E70-858C-CA176FBC41C3}" type="pres">
      <dgm:prSet presAssocID="{163E874F-3357-4502-AD3E-E7B6D125E6D2}" presName="descendantText" presStyleLbl="alignAcc1" presStyleIdx="1" presStyleCnt="6">
        <dgm:presLayoutVars>
          <dgm:bulletEnabled val="1"/>
        </dgm:presLayoutVars>
      </dgm:prSet>
      <dgm:spPr/>
    </dgm:pt>
    <dgm:pt modelId="{77CCF1E7-3ADC-4718-9CC4-FA75E36B14F1}" type="pres">
      <dgm:prSet presAssocID="{6574B7AC-6B85-4948-8EA6-5EE557B82762}" presName="sp" presStyleCnt="0"/>
      <dgm:spPr/>
    </dgm:pt>
    <dgm:pt modelId="{E7EECE44-B4F8-4C20-9A71-F38E10380B9E}" type="pres">
      <dgm:prSet presAssocID="{648ED9B5-EB68-4383-8273-887C3DAE21A2}" presName="composite" presStyleCnt="0"/>
      <dgm:spPr/>
    </dgm:pt>
    <dgm:pt modelId="{F7FAD1F4-56A3-4375-BEF0-C18B87FED03F}" type="pres">
      <dgm:prSet presAssocID="{648ED9B5-EB68-4383-8273-887C3DAE21A2}" presName="parentText" presStyleLbl="alignNode1" presStyleIdx="2" presStyleCnt="6">
        <dgm:presLayoutVars>
          <dgm:chMax val="1"/>
          <dgm:bulletEnabled val="1"/>
        </dgm:presLayoutVars>
      </dgm:prSet>
      <dgm:spPr/>
    </dgm:pt>
    <dgm:pt modelId="{F8562E70-6F6A-4B33-AE87-F2F0414550B5}" type="pres">
      <dgm:prSet presAssocID="{648ED9B5-EB68-4383-8273-887C3DAE21A2}" presName="descendantText" presStyleLbl="alignAcc1" presStyleIdx="2" presStyleCnt="6">
        <dgm:presLayoutVars>
          <dgm:bulletEnabled val="1"/>
        </dgm:presLayoutVars>
      </dgm:prSet>
      <dgm:spPr/>
    </dgm:pt>
    <dgm:pt modelId="{B5EEC228-CA76-4A1A-A652-F21226FFA96A}" type="pres">
      <dgm:prSet presAssocID="{30C55587-BC7A-40AF-BB69-D225499D8104}" presName="sp" presStyleCnt="0"/>
      <dgm:spPr/>
    </dgm:pt>
    <dgm:pt modelId="{E1086F67-B463-40FD-B7A1-977638FDD279}" type="pres">
      <dgm:prSet presAssocID="{ADB9540A-3F1B-44F4-89E7-B8F5DA355034}" presName="composite" presStyleCnt="0"/>
      <dgm:spPr/>
    </dgm:pt>
    <dgm:pt modelId="{67E4C310-477C-4B72-AA46-99FE0EE3503D}" type="pres">
      <dgm:prSet presAssocID="{ADB9540A-3F1B-44F4-89E7-B8F5DA355034}" presName="parentText" presStyleLbl="alignNode1" presStyleIdx="3" presStyleCnt="6">
        <dgm:presLayoutVars>
          <dgm:chMax val="1"/>
          <dgm:bulletEnabled val="1"/>
        </dgm:presLayoutVars>
      </dgm:prSet>
      <dgm:spPr/>
    </dgm:pt>
    <dgm:pt modelId="{4828BB84-C45F-4E1F-BA20-AF8840F5E01C}" type="pres">
      <dgm:prSet presAssocID="{ADB9540A-3F1B-44F4-89E7-B8F5DA355034}" presName="descendantText" presStyleLbl="alignAcc1" presStyleIdx="3" presStyleCnt="6">
        <dgm:presLayoutVars>
          <dgm:bulletEnabled val="1"/>
        </dgm:presLayoutVars>
      </dgm:prSet>
      <dgm:spPr/>
    </dgm:pt>
    <dgm:pt modelId="{9F4B2120-3EDB-47D9-B1A6-3777ED79E35D}" type="pres">
      <dgm:prSet presAssocID="{2D92F394-95F6-4EE2-87C5-7C1F14751AB6}" presName="sp" presStyleCnt="0"/>
      <dgm:spPr/>
    </dgm:pt>
    <dgm:pt modelId="{6F9A6058-EF01-4ADB-A7BC-BB58AE11B235}" type="pres">
      <dgm:prSet presAssocID="{69B6AF35-97C5-4CF4-8444-33F1B5EB321B}" presName="composite" presStyleCnt="0"/>
      <dgm:spPr/>
    </dgm:pt>
    <dgm:pt modelId="{41A93846-EEB5-4262-AB39-EFB5AC94EDCA}" type="pres">
      <dgm:prSet presAssocID="{69B6AF35-97C5-4CF4-8444-33F1B5EB321B}" presName="parentText" presStyleLbl="alignNode1" presStyleIdx="4" presStyleCnt="6">
        <dgm:presLayoutVars>
          <dgm:chMax val="1"/>
          <dgm:bulletEnabled val="1"/>
        </dgm:presLayoutVars>
      </dgm:prSet>
      <dgm:spPr/>
    </dgm:pt>
    <dgm:pt modelId="{5E9D4D9B-50CA-4D9F-A634-11C5FBC4B1F0}" type="pres">
      <dgm:prSet presAssocID="{69B6AF35-97C5-4CF4-8444-33F1B5EB321B}" presName="descendantText" presStyleLbl="alignAcc1" presStyleIdx="4" presStyleCnt="6">
        <dgm:presLayoutVars>
          <dgm:bulletEnabled val="1"/>
        </dgm:presLayoutVars>
      </dgm:prSet>
      <dgm:spPr/>
    </dgm:pt>
    <dgm:pt modelId="{5F17608C-D430-4E74-A29E-5ED5D0D5225E}" type="pres">
      <dgm:prSet presAssocID="{2C726670-1426-4418-80EA-26B160DBE7D6}" presName="sp" presStyleCnt="0"/>
      <dgm:spPr/>
    </dgm:pt>
    <dgm:pt modelId="{2F311504-92A3-4D9C-821D-98E5905E2309}" type="pres">
      <dgm:prSet presAssocID="{F6BB800C-39AC-48D2-A661-F9CF711A3D22}" presName="composite" presStyleCnt="0"/>
      <dgm:spPr/>
    </dgm:pt>
    <dgm:pt modelId="{DCBEACD5-AE39-4B74-BB6F-29C57C1689DB}" type="pres">
      <dgm:prSet presAssocID="{F6BB800C-39AC-48D2-A661-F9CF711A3D22}" presName="parentText" presStyleLbl="alignNode1" presStyleIdx="5" presStyleCnt="6">
        <dgm:presLayoutVars>
          <dgm:chMax val="1"/>
          <dgm:bulletEnabled val="1"/>
        </dgm:presLayoutVars>
      </dgm:prSet>
      <dgm:spPr/>
    </dgm:pt>
    <dgm:pt modelId="{912747E7-3A7B-41C4-9511-8B2FC69BF725}" type="pres">
      <dgm:prSet presAssocID="{F6BB800C-39AC-48D2-A661-F9CF711A3D22}" presName="descendantText" presStyleLbl="alignAcc1" presStyleIdx="5" presStyleCnt="6" custLinFactNeighborX="0" custLinFactNeighborY="-2962">
        <dgm:presLayoutVars>
          <dgm:bulletEnabled val="1"/>
        </dgm:presLayoutVars>
      </dgm:prSet>
      <dgm:spPr/>
    </dgm:pt>
  </dgm:ptLst>
  <dgm:cxnLst>
    <dgm:cxn modelId="{9CE3ED02-284C-4232-B4FF-86E1695D7487}" type="presOf" srcId="{8DFAAA89-6DE9-425A-8E11-446446B30DA1}" destId="{33C15850-5BF5-4E70-858C-CA176FBC41C3}" srcOrd="0" destOrd="0" presId="urn:microsoft.com/office/officeart/2005/8/layout/chevron2"/>
    <dgm:cxn modelId="{0B8AF309-8E69-478B-B838-E999FAE9599F}" srcId="{163E874F-3357-4502-AD3E-E7B6D125E6D2}" destId="{8DFAAA89-6DE9-425A-8E11-446446B30DA1}" srcOrd="0" destOrd="0" parTransId="{C89BFA50-BC9A-472C-89FA-819E7123CF45}" sibTransId="{7126C8FA-1B14-4AC2-81BE-CC8A57CA92BE}"/>
    <dgm:cxn modelId="{9D6E3B0E-8068-4B21-9408-C4AAA6A26E76}" srcId="{CF79E5DB-F2A4-4F94-BB18-46EDB1AF9A49}" destId="{B524ABE0-8CDC-4533-B2A8-E28CFAE3C4BD}" srcOrd="0" destOrd="0" parTransId="{48DC997C-BD0F-4FEF-8D59-77F716981BD1}" sibTransId="{CB17E22C-5F95-45D7-B381-E91A105DEDB3}"/>
    <dgm:cxn modelId="{4DB18F2D-A5C0-4D74-8ADA-71EFDB0057B6}" srcId="{ADB9540A-3F1B-44F4-89E7-B8F5DA355034}" destId="{0359198F-725E-4111-A080-F1B67A89124D}" srcOrd="0" destOrd="0" parTransId="{0A98EDC7-8B84-481C-8B06-F53B9A2C10D5}" sibTransId="{1A037713-3197-4FCB-8CD3-BB6967A00440}"/>
    <dgm:cxn modelId="{9183E334-4EA8-4F7A-937B-DD9C7EA87A12}" srcId="{CF79E5DB-F2A4-4F94-BB18-46EDB1AF9A49}" destId="{69B6AF35-97C5-4CF4-8444-33F1B5EB321B}" srcOrd="4" destOrd="0" parTransId="{6F1E8388-EE36-4828-B1D3-CCD30B854C90}" sibTransId="{2C726670-1426-4418-80EA-26B160DBE7D6}"/>
    <dgm:cxn modelId="{6209BB3B-6D52-4E9A-8586-287D92FCF87D}" type="presOf" srcId="{0359198F-725E-4111-A080-F1B67A89124D}" destId="{4828BB84-C45F-4E1F-BA20-AF8840F5E01C}" srcOrd="0" destOrd="0" presId="urn:microsoft.com/office/officeart/2005/8/layout/chevron2"/>
    <dgm:cxn modelId="{A716D468-8C18-4D7A-B691-EBD7DA574E13}" type="presOf" srcId="{9BCFD4EA-7F9A-49DA-958C-88025ECE50B8}" destId="{912747E7-3A7B-41C4-9511-8B2FC69BF725}" srcOrd="0" destOrd="0" presId="urn:microsoft.com/office/officeart/2005/8/layout/chevron2"/>
    <dgm:cxn modelId="{34D9A14D-080F-4C84-986B-79D02CBC48F9}" srcId="{CF79E5DB-F2A4-4F94-BB18-46EDB1AF9A49}" destId="{163E874F-3357-4502-AD3E-E7B6D125E6D2}" srcOrd="1" destOrd="0" parTransId="{9423A065-6917-44FF-BECA-BDC81895D257}" sibTransId="{6574B7AC-6B85-4948-8EA6-5EE557B82762}"/>
    <dgm:cxn modelId="{E957124F-5A4C-4F7A-B888-C1307B9B289E}" type="presOf" srcId="{B524ABE0-8CDC-4533-B2A8-E28CFAE3C4BD}" destId="{D13EE507-009A-413F-B515-72DE857B1F09}" srcOrd="0" destOrd="0" presId="urn:microsoft.com/office/officeart/2005/8/layout/chevron2"/>
    <dgm:cxn modelId="{4B922958-DBC4-4779-ADCE-C0FCE05F3D07}" srcId="{CF79E5DB-F2A4-4F94-BB18-46EDB1AF9A49}" destId="{648ED9B5-EB68-4383-8273-887C3DAE21A2}" srcOrd="2" destOrd="0" parTransId="{1056F086-876B-4EE2-A66A-E749B4498DB3}" sibTransId="{30C55587-BC7A-40AF-BB69-D225499D8104}"/>
    <dgm:cxn modelId="{07A0AD7B-12FE-459C-B288-B60BC30B57AA}" type="presOf" srcId="{ADB9540A-3F1B-44F4-89E7-B8F5DA355034}" destId="{67E4C310-477C-4B72-AA46-99FE0EE3503D}" srcOrd="0" destOrd="0" presId="urn:microsoft.com/office/officeart/2005/8/layout/chevron2"/>
    <dgm:cxn modelId="{39A1B68D-F3CD-408D-A712-19A109E0DB7D}" type="presOf" srcId="{8883E2ED-9D67-4739-87AE-9F5D111663D6}" destId="{F8562E70-6F6A-4B33-AE87-F2F0414550B5}" srcOrd="0" destOrd="0" presId="urn:microsoft.com/office/officeart/2005/8/layout/chevron2"/>
    <dgm:cxn modelId="{1EEF0E99-FBE0-418A-96B5-1872A733B457}" srcId="{F6BB800C-39AC-48D2-A661-F9CF711A3D22}" destId="{9BCFD4EA-7F9A-49DA-958C-88025ECE50B8}" srcOrd="0" destOrd="0" parTransId="{2B9AD9AA-AF6B-469F-B9DF-781D764C7BA2}" sibTransId="{235B3E59-2322-489B-B4FD-DED509EF68F5}"/>
    <dgm:cxn modelId="{263D54AC-9913-4921-A490-052EC46EE9C9}" type="presOf" srcId="{CF79E5DB-F2A4-4F94-BB18-46EDB1AF9A49}" destId="{5248F95D-F3DE-4AEF-A8E4-B8B96FFAA09D}" srcOrd="0" destOrd="0" presId="urn:microsoft.com/office/officeart/2005/8/layout/chevron2"/>
    <dgm:cxn modelId="{2838FAAE-E103-4547-BFE1-6C11DB1FE8A6}" type="presOf" srcId="{163E874F-3357-4502-AD3E-E7B6D125E6D2}" destId="{40AAAE69-52F5-4A0D-B4B0-BFEFE6EEA1C3}" srcOrd="0" destOrd="0" presId="urn:microsoft.com/office/officeart/2005/8/layout/chevron2"/>
    <dgm:cxn modelId="{539515C1-4F80-46C8-8C0A-EE329E5692EC}" srcId="{69B6AF35-97C5-4CF4-8444-33F1B5EB321B}" destId="{F67CC31C-FC65-4682-B0D5-FAE32B089349}" srcOrd="0" destOrd="0" parTransId="{3EF14066-D99A-44DA-AC9A-1EF4FA63713A}" sibTransId="{0930DBBC-451F-45DF-AD95-541C30A56FC0}"/>
    <dgm:cxn modelId="{1D1B62E3-BD64-472E-B7A0-F844CD92E35F}" srcId="{B524ABE0-8CDC-4533-B2A8-E28CFAE3C4BD}" destId="{45C86CDD-217E-46F3-921C-6BE2FC5D0752}" srcOrd="0" destOrd="0" parTransId="{18EC2C9D-4612-491A-9B21-BCCA62CFEEBA}" sibTransId="{76C75ECE-319A-4477-BDEA-5348D06BC3D7}"/>
    <dgm:cxn modelId="{94DCC8E4-57EC-408B-9059-DF7F9154ECF0}" type="presOf" srcId="{F67CC31C-FC65-4682-B0D5-FAE32B089349}" destId="{5E9D4D9B-50CA-4D9F-A634-11C5FBC4B1F0}" srcOrd="0" destOrd="0" presId="urn:microsoft.com/office/officeart/2005/8/layout/chevron2"/>
    <dgm:cxn modelId="{A110E3E7-328F-4A9B-BD95-1DEF17A8DCCC}" type="presOf" srcId="{648ED9B5-EB68-4383-8273-887C3DAE21A2}" destId="{F7FAD1F4-56A3-4375-BEF0-C18B87FED03F}" srcOrd="0" destOrd="0" presId="urn:microsoft.com/office/officeart/2005/8/layout/chevron2"/>
    <dgm:cxn modelId="{5C0852E9-4BFB-4E29-9486-ECD3090C80FB}" type="presOf" srcId="{45C86CDD-217E-46F3-921C-6BE2FC5D0752}" destId="{92E41A1B-5331-4B14-858A-FBAB0F00DAA0}" srcOrd="0" destOrd="0" presId="urn:microsoft.com/office/officeart/2005/8/layout/chevron2"/>
    <dgm:cxn modelId="{3D6C02EA-3474-4E05-95F8-5B915F1804CE}" srcId="{CF79E5DB-F2A4-4F94-BB18-46EDB1AF9A49}" destId="{F6BB800C-39AC-48D2-A661-F9CF711A3D22}" srcOrd="5" destOrd="0" parTransId="{0F17D57A-FC0B-4BB1-89E0-5D2152169411}" sibTransId="{92157C94-C763-4678-AAAD-CDF3324C7AA8}"/>
    <dgm:cxn modelId="{DE90ADEB-9F52-46F3-8AB9-97BF7E019DAF}" srcId="{648ED9B5-EB68-4383-8273-887C3DAE21A2}" destId="{8883E2ED-9D67-4739-87AE-9F5D111663D6}" srcOrd="0" destOrd="0" parTransId="{3F244A0D-631F-4140-9CD8-811BAF84C555}" sibTransId="{6F729FA6-82EF-4C72-AC96-FBBCE478C706}"/>
    <dgm:cxn modelId="{09C615EC-D3B0-4CE5-976C-28F4506615EE}" srcId="{CF79E5DB-F2A4-4F94-BB18-46EDB1AF9A49}" destId="{ADB9540A-3F1B-44F4-89E7-B8F5DA355034}" srcOrd="3" destOrd="0" parTransId="{D3C354C9-8547-4B30-B985-0ED0D83EF60E}" sibTransId="{2D92F394-95F6-4EE2-87C5-7C1F14751AB6}"/>
    <dgm:cxn modelId="{90CE4FFE-C3AA-4D54-BF1B-20ADBD4DF317}" type="presOf" srcId="{69B6AF35-97C5-4CF4-8444-33F1B5EB321B}" destId="{41A93846-EEB5-4262-AB39-EFB5AC94EDCA}" srcOrd="0" destOrd="0" presId="urn:microsoft.com/office/officeart/2005/8/layout/chevron2"/>
    <dgm:cxn modelId="{23FBA6FF-FA49-45D7-8B39-2C72E9FB05CD}" type="presOf" srcId="{F6BB800C-39AC-48D2-A661-F9CF711A3D22}" destId="{DCBEACD5-AE39-4B74-BB6F-29C57C1689DB}" srcOrd="0" destOrd="0" presId="urn:microsoft.com/office/officeart/2005/8/layout/chevron2"/>
    <dgm:cxn modelId="{36109D04-87C5-4AAF-81A1-C0A150658257}" type="presParOf" srcId="{5248F95D-F3DE-4AEF-A8E4-B8B96FFAA09D}" destId="{E1399312-B1F8-4791-B0A9-96B3E937123B}" srcOrd="0" destOrd="0" presId="urn:microsoft.com/office/officeart/2005/8/layout/chevron2"/>
    <dgm:cxn modelId="{0634E782-00AB-4922-A192-63AB5CB283D1}" type="presParOf" srcId="{E1399312-B1F8-4791-B0A9-96B3E937123B}" destId="{D13EE507-009A-413F-B515-72DE857B1F09}" srcOrd="0" destOrd="0" presId="urn:microsoft.com/office/officeart/2005/8/layout/chevron2"/>
    <dgm:cxn modelId="{B2D1EF36-044C-489E-8FD8-BE1551E807CA}" type="presParOf" srcId="{E1399312-B1F8-4791-B0A9-96B3E937123B}" destId="{92E41A1B-5331-4B14-858A-FBAB0F00DAA0}" srcOrd="1" destOrd="0" presId="urn:microsoft.com/office/officeart/2005/8/layout/chevron2"/>
    <dgm:cxn modelId="{EC4B01D2-AA5F-4785-B7AD-5F9F9ED7E3DF}" type="presParOf" srcId="{5248F95D-F3DE-4AEF-A8E4-B8B96FFAA09D}" destId="{D5BD496F-19D7-435E-9907-EC73D6E5FC45}" srcOrd="1" destOrd="0" presId="urn:microsoft.com/office/officeart/2005/8/layout/chevron2"/>
    <dgm:cxn modelId="{6C733677-FDCD-4511-AF12-DE636366DBA2}" type="presParOf" srcId="{5248F95D-F3DE-4AEF-A8E4-B8B96FFAA09D}" destId="{3B8D6EAF-0513-4AEC-96BA-310C54129E85}" srcOrd="2" destOrd="0" presId="urn:microsoft.com/office/officeart/2005/8/layout/chevron2"/>
    <dgm:cxn modelId="{8164E47A-6F83-4875-844B-085443A53D0E}" type="presParOf" srcId="{3B8D6EAF-0513-4AEC-96BA-310C54129E85}" destId="{40AAAE69-52F5-4A0D-B4B0-BFEFE6EEA1C3}" srcOrd="0" destOrd="0" presId="urn:microsoft.com/office/officeart/2005/8/layout/chevron2"/>
    <dgm:cxn modelId="{97547A61-38FE-4C8F-B0B7-248CE9616968}" type="presParOf" srcId="{3B8D6EAF-0513-4AEC-96BA-310C54129E85}" destId="{33C15850-5BF5-4E70-858C-CA176FBC41C3}" srcOrd="1" destOrd="0" presId="urn:microsoft.com/office/officeart/2005/8/layout/chevron2"/>
    <dgm:cxn modelId="{BBFABC5E-0562-4F26-9135-140E78996456}" type="presParOf" srcId="{5248F95D-F3DE-4AEF-A8E4-B8B96FFAA09D}" destId="{77CCF1E7-3ADC-4718-9CC4-FA75E36B14F1}" srcOrd="3" destOrd="0" presId="urn:microsoft.com/office/officeart/2005/8/layout/chevron2"/>
    <dgm:cxn modelId="{3CD6CB65-0AC3-4C99-B192-1204964ABAA2}" type="presParOf" srcId="{5248F95D-F3DE-4AEF-A8E4-B8B96FFAA09D}" destId="{E7EECE44-B4F8-4C20-9A71-F38E10380B9E}" srcOrd="4" destOrd="0" presId="urn:microsoft.com/office/officeart/2005/8/layout/chevron2"/>
    <dgm:cxn modelId="{FB78D340-5AD3-4942-924E-E55E5E9C9A05}" type="presParOf" srcId="{E7EECE44-B4F8-4C20-9A71-F38E10380B9E}" destId="{F7FAD1F4-56A3-4375-BEF0-C18B87FED03F}" srcOrd="0" destOrd="0" presId="urn:microsoft.com/office/officeart/2005/8/layout/chevron2"/>
    <dgm:cxn modelId="{1597E486-28C1-4AD1-BEE9-BE796044C103}" type="presParOf" srcId="{E7EECE44-B4F8-4C20-9A71-F38E10380B9E}" destId="{F8562E70-6F6A-4B33-AE87-F2F0414550B5}" srcOrd="1" destOrd="0" presId="urn:microsoft.com/office/officeart/2005/8/layout/chevron2"/>
    <dgm:cxn modelId="{1B1A8BB5-F6EF-42F0-A3CB-C2443B49FCE1}" type="presParOf" srcId="{5248F95D-F3DE-4AEF-A8E4-B8B96FFAA09D}" destId="{B5EEC228-CA76-4A1A-A652-F21226FFA96A}" srcOrd="5" destOrd="0" presId="urn:microsoft.com/office/officeart/2005/8/layout/chevron2"/>
    <dgm:cxn modelId="{118329BA-C986-44A9-89CB-8FE42D7F574D}" type="presParOf" srcId="{5248F95D-F3DE-4AEF-A8E4-B8B96FFAA09D}" destId="{E1086F67-B463-40FD-B7A1-977638FDD279}" srcOrd="6" destOrd="0" presId="urn:microsoft.com/office/officeart/2005/8/layout/chevron2"/>
    <dgm:cxn modelId="{E4AC9E59-EFE4-4597-8C35-ABABAACB7839}" type="presParOf" srcId="{E1086F67-B463-40FD-B7A1-977638FDD279}" destId="{67E4C310-477C-4B72-AA46-99FE0EE3503D}" srcOrd="0" destOrd="0" presId="urn:microsoft.com/office/officeart/2005/8/layout/chevron2"/>
    <dgm:cxn modelId="{32773F77-1CA4-4305-B13C-733476E0AE87}" type="presParOf" srcId="{E1086F67-B463-40FD-B7A1-977638FDD279}" destId="{4828BB84-C45F-4E1F-BA20-AF8840F5E01C}" srcOrd="1" destOrd="0" presId="urn:microsoft.com/office/officeart/2005/8/layout/chevron2"/>
    <dgm:cxn modelId="{F8A060CC-06FA-4142-83B9-E733E0B5B20F}" type="presParOf" srcId="{5248F95D-F3DE-4AEF-A8E4-B8B96FFAA09D}" destId="{9F4B2120-3EDB-47D9-B1A6-3777ED79E35D}" srcOrd="7" destOrd="0" presId="urn:microsoft.com/office/officeart/2005/8/layout/chevron2"/>
    <dgm:cxn modelId="{96E48882-CD9E-4C28-804F-49344A51789E}" type="presParOf" srcId="{5248F95D-F3DE-4AEF-A8E4-B8B96FFAA09D}" destId="{6F9A6058-EF01-4ADB-A7BC-BB58AE11B235}" srcOrd="8" destOrd="0" presId="urn:microsoft.com/office/officeart/2005/8/layout/chevron2"/>
    <dgm:cxn modelId="{D6E0FDED-EDE7-4985-94F6-5F6D85096957}" type="presParOf" srcId="{6F9A6058-EF01-4ADB-A7BC-BB58AE11B235}" destId="{41A93846-EEB5-4262-AB39-EFB5AC94EDCA}" srcOrd="0" destOrd="0" presId="urn:microsoft.com/office/officeart/2005/8/layout/chevron2"/>
    <dgm:cxn modelId="{5B1BC3D5-36FA-46F7-A231-2B73AD8533EF}" type="presParOf" srcId="{6F9A6058-EF01-4ADB-A7BC-BB58AE11B235}" destId="{5E9D4D9B-50CA-4D9F-A634-11C5FBC4B1F0}" srcOrd="1" destOrd="0" presId="urn:microsoft.com/office/officeart/2005/8/layout/chevron2"/>
    <dgm:cxn modelId="{ECAD9704-CF26-4026-A34B-9B1E4A487836}" type="presParOf" srcId="{5248F95D-F3DE-4AEF-A8E4-B8B96FFAA09D}" destId="{5F17608C-D430-4E74-A29E-5ED5D0D5225E}" srcOrd="9" destOrd="0" presId="urn:microsoft.com/office/officeart/2005/8/layout/chevron2"/>
    <dgm:cxn modelId="{56D3CD77-ACEB-4EE9-ADE7-5AC39F4EC733}" type="presParOf" srcId="{5248F95D-F3DE-4AEF-A8E4-B8B96FFAA09D}" destId="{2F311504-92A3-4D9C-821D-98E5905E2309}" srcOrd="10" destOrd="0" presId="urn:microsoft.com/office/officeart/2005/8/layout/chevron2"/>
    <dgm:cxn modelId="{1BDF0897-8C55-4B85-BDB2-B3A1E830E059}" type="presParOf" srcId="{2F311504-92A3-4D9C-821D-98E5905E2309}" destId="{DCBEACD5-AE39-4B74-BB6F-29C57C1689DB}" srcOrd="0" destOrd="0" presId="urn:microsoft.com/office/officeart/2005/8/layout/chevron2"/>
    <dgm:cxn modelId="{5C2B7017-9834-4C72-9EA6-F2D2A0ABB683}" type="presParOf" srcId="{2F311504-92A3-4D9C-821D-98E5905E2309}" destId="{912747E7-3A7B-41C4-9511-8B2FC69BF72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CA956A-20F5-4E81-8FF7-E4AC289E7887}">
      <dsp:nvSpPr>
        <dsp:cNvPr id="0" name=""/>
        <dsp:cNvSpPr/>
      </dsp:nvSpPr>
      <dsp:spPr>
        <a:xfrm rot="10800000">
          <a:off x="1481070" y="124"/>
          <a:ext cx="4875458" cy="1012164"/>
        </a:xfrm>
        <a:prstGeom prst="homePlate">
          <a:avLst/>
        </a:prstGeom>
        <a:solidFill>
          <a:schemeClr val="accent2">
            <a:shade val="8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6336" tIns="60960" rIns="113792"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1">
                  <a:lumMod val="40000"/>
                  <a:lumOff val="60000"/>
                </a:schemeClr>
              </a:solidFill>
            </a:rPr>
            <a:t>Environmental Conditions</a:t>
          </a:r>
        </a:p>
        <a:p>
          <a:pPr marL="0" lvl="0" indent="0" algn="ctr" defTabSz="711200">
            <a:lnSpc>
              <a:spcPct val="90000"/>
            </a:lnSpc>
            <a:spcBef>
              <a:spcPct val="0"/>
            </a:spcBef>
            <a:spcAft>
              <a:spcPct val="35000"/>
            </a:spcAft>
            <a:buNone/>
          </a:pPr>
          <a:r>
            <a:rPr lang="en-US" sz="1600" kern="1200" dirty="0">
              <a:solidFill>
                <a:schemeClr val="accent1">
                  <a:lumMod val="40000"/>
                  <a:lumOff val="60000"/>
                </a:schemeClr>
              </a:solidFill>
            </a:rPr>
            <a:t>Rainfall, temperature, humidity and soil moisture shift by season</a:t>
          </a:r>
          <a:endParaRPr lang="en-IN" sz="1600" kern="1200" dirty="0">
            <a:solidFill>
              <a:schemeClr val="accent1">
                <a:lumMod val="40000"/>
                <a:lumOff val="60000"/>
              </a:schemeClr>
            </a:solidFill>
          </a:endParaRPr>
        </a:p>
      </dsp:txBody>
      <dsp:txXfrm rot="10800000">
        <a:off x="1734111" y="124"/>
        <a:ext cx="4622417" cy="1012164"/>
      </dsp:txXfrm>
    </dsp:sp>
    <dsp:sp modelId="{034A31EF-0BBA-460C-BFC9-7A8652B66C73}">
      <dsp:nvSpPr>
        <dsp:cNvPr id="0" name=""/>
        <dsp:cNvSpPr/>
      </dsp:nvSpPr>
      <dsp:spPr>
        <a:xfrm>
          <a:off x="974987" y="124"/>
          <a:ext cx="1012164" cy="1012164"/>
        </a:xfrm>
        <a:prstGeom prst="ellipse">
          <a:avLst/>
        </a:prstGeom>
        <a:solidFill>
          <a:srgbClr val="DAE2EF"/>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B56EB4-74E2-4C26-9178-69C18659357B}">
      <dsp:nvSpPr>
        <dsp:cNvPr id="0" name=""/>
        <dsp:cNvSpPr/>
      </dsp:nvSpPr>
      <dsp:spPr>
        <a:xfrm rot="10800000">
          <a:off x="1481070" y="1314427"/>
          <a:ext cx="4875458" cy="1012164"/>
        </a:xfrm>
        <a:prstGeom prst="homePlate">
          <a:avLst/>
        </a:prstGeom>
        <a:solidFill>
          <a:schemeClr val="accent2">
            <a:shade val="80000"/>
            <a:hueOff val="157826"/>
            <a:satOff val="-6190"/>
            <a:lumOff val="989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6336"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accent1">
                  <a:lumMod val="20000"/>
                  <a:lumOff val="80000"/>
                </a:schemeClr>
              </a:solidFill>
            </a:rPr>
            <a:t>Farming Practices</a:t>
          </a:r>
        </a:p>
        <a:p>
          <a:pPr marL="0" lvl="0" indent="0" algn="ctr" defTabSz="711200">
            <a:lnSpc>
              <a:spcPct val="90000"/>
            </a:lnSpc>
            <a:spcBef>
              <a:spcPct val="0"/>
            </a:spcBef>
            <a:spcAft>
              <a:spcPct val="35000"/>
            </a:spcAft>
            <a:buNone/>
          </a:pPr>
          <a:r>
            <a:rPr lang="en-US" sz="1600" kern="1200" dirty="0">
              <a:solidFill>
                <a:schemeClr val="accent1">
                  <a:lumMod val="20000"/>
                  <a:lumOff val="80000"/>
                </a:schemeClr>
              </a:solidFill>
            </a:rPr>
            <a:t>Irrigation method, inputs and crop choice vary across sowing cycles</a:t>
          </a:r>
          <a:endParaRPr lang="en-IN" sz="1600" kern="1200" dirty="0">
            <a:solidFill>
              <a:schemeClr val="accent1">
                <a:lumMod val="20000"/>
                <a:lumOff val="80000"/>
              </a:schemeClr>
            </a:solidFill>
          </a:endParaRPr>
        </a:p>
      </dsp:txBody>
      <dsp:txXfrm rot="10800000">
        <a:off x="1734111" y="1314427"/>
        <a:ext cx="4622417" cy="1012164"/>
      </dsp:txXfrm>
    </dsp:sp>
    <dsp:sp modelId="{20CC7A7E-B260-48A0-80AC-0234E1538AC5}">
      <dsp:nvSpPr>
        <dsp:cNvPr id="0" name=""/>
        <dsp:cNvSpPr/>
      </dsp:nvSpPr>
      <dsp:spPr>
        <a:xfrm>
          <a:off x="974987" y="1314427"/>
          <a:ext cx="1012164" cy="1012164"/>
        </a:xfrm>
        <a:prstGeom prst="ellipse">
          <a:avLst/>
        </a:prstGeom>
        <a:solidFill>
          <a:srgbClr val="DAE2EF"/>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05A79E-68E5-4A10-9FCA-C1B6EEF77E07}">
      <dsp:nvSpPr>
        <dsp:cNvPr id="0" name=""/>
        <dsp:cNvSpPr/>
      </dsp:nvSpPr>
      <dsp:spPr>
        <a:xfrm rot="10800000">
          <a:off x="1481070" y="2628730"/>
          <a:ext cx="4875458" cy="1012164"/>
        </a:xfrm>
        <a:prstGeom prst="homePlate">
          <a:avLst/>
        </a:prstGeom>
        <a:solidFill>
          <a:schemeClr val="accent2">
            <a:shade val="80000"/>
            <a:hueOff val="315652"/>
            <a:satOff val="-12380"/>
            <a:lumOff val="1978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6336"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Resource Availability</a:t>
          </a:r>
        </a:p>
        <a:p>
          <a:pPr marL="0" lvl="0" indent="0" algn="ctr" defTabSz="711200">
            <a:lnSpc>
              <a:spcPct val="90000"/>
            </a:lnSpc>
            <a:spcBef>
              <a:spcPct val="0"/>
            </a:spcBef>
            <a:spcAft>
              <a:spcPct val="35000"/>
            </a:spcAft>
            <a:buNone/>
          </a:pPr>
          <a:r>
            <a:rPr lang="en-US" sz="1600" kern="1200" dirty="0"/>
            <a:t>Water and input access differ between Kharif, Rabi and Zaid</a:t>
          </a:r>
          <a:endParaRPr lang="en-IN" sz="1600" kern="1200" dirty="0"/>
        </a:p>
      </dsp:txBody>
      <dsp:txXfrm rot="10800000">
        <a:off x="1734111" y="2628730"/>
        <a:ext cx="4622417" cy="1012164"/>
      </dsp:txXfrm>
    </dsp:sp>
    <dsp:sp modelId="{77997CFC-3095-459B-99D0-EB5872A5C346}">
      <dsp:nvSpPr>
        <dsp:cNvPr id="0" name=""/>
        <dsp:cNvSpPr/>
      </dsp:nvSpPr>
      <dsp:spPr>
        <a:xfrm>
          <a:off x="974987" y="2628730"/>
          <a:ext cx="1012164" cy="1012164"/>
        </a:xfrm>
        <a:prstGeom prst="ellipse">
          <a:avLst/>
        </a:prstGeom>
        <a:solidFill>
          <a:srgbClr val="DAE2EF"/>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18558AE-849A-4346-9E79-45108F218BF8}">
      <dsp:nvSpPr>
        <dsp:cNvPr id="0" name=""/>
        <dsp:cNvSpPr/>
      </dsp:nvSpPr>
      <dsp:spPr>
        <a:xfrm rot="10800000">
          <a:off x="1481070" y="3943157"/>
          <a:ext cx="4875458" cy="1012164"/>
        </a:xfrm>
        <a:prstGeom prst="homePlate">
          <a:avLst/>
        </a:prstGeom>
        <a:solidFill>
          <a:schemeClr val="accent2">
            <a:shade val="80000"/>
            <a:hueOff val="473479"/>
            <a:satOff val="-18570"/>
            <a:lumOff val="2967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6336" tIns="60960" rIns="113792"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2">
                  <a:lumMod val="50000"/>
                </a:schemeClr>
              </a:solidFill>
            </a:rPr>
            <a:t>Market Conditions</a:t>
          </a:r>
        </a:p>
        <a:p>
          <a:pPr marL="0" lvl="0" indent="0" algn="ctr" defTabSz="711200">
            <a:lnSpc>
              <a:spcPct val="90000"/>
            </a:lnSpc>
            <a:spcBef>
              <a:spcPct val="0"/>
            </a:spcBef>
            <a:spcAft>
              <a:spcPct val="35000"/>
            </a:spcAft>
            <a:buNone/>
          </a:pPr>
          <a:r>
            <a:rPr lang="en-IN" sz="1600" b="1" kern="1200" dirty="0">
              <a:solidFill>
                <a:schemeClr val="accent2">
                  <a:lumMod val="50000"/>
                </a:schemeClr>
              </a:solidFill>
            </a:rPr>
            <a:t>Prices and costs affect whether higher output turns into higher profit</a:t>
          </a:r>
          <a:br>
            <a:rPr lang="en-IN" sz="1600" kern="1200" dirty="0"/>
          </a:br>
          <a:endParaRPr lang="en-IN" sz="1600" kern="1200" dirty="0"/>
        </a:p>
      </dsp:txBody>
      <dsp:txXfrm rot="10800000">
        <a:off x="1734111" y="3943157"/>
        <a:ext cx="4622417" cy="1012164"/>
      </dsp:txXfrm>
    </dsp:sp>
    <dsp:sp modelId="{9A03EC7D-2467-451B-A132-DA8EA42C23A7}">
      <dsp:nvSpPr>
        <dsp:cNvPr id="0" name=""/>
        <dsp:cNvSpPr/>
      </dsp:nvSpPr>
      <dsp:spPr>
        <a:xfrm>
          <a:off x="974987" y="3943033"/>
          <a:ext cx="1012164" cy="1012164"/>
        </a:xfrm>
        <a:prstGeom prst="ellipse">
          <a:avLst/>
        </a:prstGeom>
        <a:solidFill>
          <a:srgbClr val="DAE2EF"/>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8D899-A57B-466F-A93B-287D5410684A}">
      <dsp:nvSpPr>
        <dsp:cNvPr id="0" name=""/>
        <dsp:cNvSpPr/>
      </dsp:nvSpPr>
      <dsp:spPr>
        <a:xfrm>
          <a:off x="0" y="458291"/>
          <a:ext cx="1904999" cy="1143000"/>
        </a:xfrm>
        <a:prstGeom prst="roundRect">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accent1">
                  <a:lumMod val="20000"/>
                  <a:lumOff val="80000"/>
                </a:schemeClr>
              </a:solidFill>
            </a:rPr>
            <a:t>4,000</a:t>
          </a:r>
          <a:br>
            <a:rPr lang="en-US" sz="1800" kern="1200" dirty="0">
              <a:solidFill>
                <a:schemeClr val="accent1">
                  <a:lumMod val="20000"/>
                  <a:lumOff val="80000"/>
                </a:schemeClr>
              </a:solidFill>
            </a:rPr>
          </a:br>
          <a:r>
            <a:rPr lang="en-US" sz="1400" kern="1200" dirty="0">
              <a:solidFill>
                <a:schemeClr val="accent1">
                  <a:lumMod val="20000"/>
                  <a:lumOff val="80000"/>
                </a:schemeClr>
              </a:solidFill>
            </a:rPr>
            <a:t>Farm Records</a:t>
          </a:r>
          <a:endParaRPr lang="en-IN" sz="1800" kern="1200" dirty="0">
            <a:solidFill>
              <a:schemeClr val="accent1">
                <a:lumMod val="20000"/>
                <a:lumOff val="80000"/>
              </a:schemeClr>
            </a:solidFill>
          </a:endParaRPr>
        </a:p>
      </dsp:txBody>
      <dsp:txXfrm>
        <a:off x="55797" y="514088"/>
        <a:ext cx="1793405" cy="1031406"/>
      </dsp:txXfrm>
    </dsp:sp>
    <dsp:sp modelId="{B7A4B1B3-E652-4E90-AA99-268E28540E34}">
      <dsp:nvSpPr>
        <dsp:cNvPr id="0" name=""/>
        <dsp:cNvSpPr/>
      </dsp:nvSpPr>
      <dsp:spPr>
        <a:xfrm>
          <a:off x="2095500" y="458291"/>
          <a:ext cx="1904999" cy="1143000"/>
        </a:xfrm>
        <a:prstGeom prst="roundRect">
          <a:avLst/>
        </a:prstGeom>
        <a:solidFill>
          <a:schemeClr val="accent1">
            <a:shade val="50000"/>
            <a:hueOff val="81560"/>
            <a:satOff val="10768"/>
            <a:lumOff val="126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28</a:t>
          </a:r>
          <a:br>
            <a:rPr lang="en-US" sz="2100" kern="1200" dirty="0"/>
          </a:br>
          <a:r>
            <a:rPr lang="en-US" sz="1400" kern="1200" dirty="0"/>
            <a:t>Data Columns</a:t>
          </a:r>
          <a:endParaRPr lang="en-IN" sz="2100" kern="1200" dirty="0"/>
        </a:p>
      </dsp:txBody>
      <dsp:txXfrm>
        <a:off x="2151297" y="514088"/>
        <a:ext cx="1793405" cy="1031406"/>
      </dsp:txXfrm>
    </dsp:sp>
    <dsp:sp modelId="{A230DE94-F3A2-4794-971F-248315D4B33B}">
      <dsp:nvSpPr>
        <dsp:cNvPr id="0" name=""/>
        <dsp:cNvSpPr/>
      </dsp:nvSpPr>
      <dsp:spPr>
        <a:xfrm>
          <a:off x="4191000" y="458291"/>
          <a:ext cx="1904999" cy="1143000"/>
        </a:xfrm>
        <a:prstGeom prst="roundRect">
          <a:avLst/>
        </a:prstGeom>
        <a:solidFill>
          <a:schemeClr val="accent1">
            <a:shade val="50000"/>
            <a:hueOff val="163120"/>
            <a:satOff val="21536"/>
            <a:lumOff val="2521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accent2">
                  <a:lumMod val="50000"/>
                </a:schemeClr>
              </a:solidFill>
            </a:rPr>
            <a:t>8</a:t>
          </a:r>
          <a:br>
            <a:rPr lang="en-US" sz="2100" kern="1200" dirty="0">
              <a:solidFill>
                <a:schemeClr val="accent2">
                  <a:lumMod val="50000"/>
                </a:schemeClr>
              </a:solidFill>
            </a:rPr>
          </a:br>
          <a:r>
            <a:rPr lang="en-US" sz="1400" kern="1200" dirty="0">
              <a:solidFill>
                <a:schemeClr val="accent2">
                  <a:lumMod val="50000"/>
                </a:schemeClr>
              </a:solidFill>
            </a:rPr>
            <a:t>States Covered</a:t>
          </a:r>
          <a:endParaRPr lang="en-IN" sz="1800" kern="1200" dirty="0">
            <a:solidFill>
              <a:schemeClr val="accent2">
                <a:lumMod val="50000"/>
              </a:schemeClr>
            </a:solidFill>
          </a:endParaRPr>
        </a:p>
      </dsp:txBody>
      <dsp:txXfrm>
        <a:off x="4246797" y="514088"/>
        <a:ext cx="1793405" cy="1031406"/>
      </dsp:txXfrm>
    </dsp:sp>
    <dsp:sp modelId="{98346ECB-4218-42C2-BADB-4637F1DEC029}">
      <dsp:nvSpPr>
        <dsp:cNvPr id="0" name=""/>
        <dsp:cNvSpPr/>
      </dsp:nvSpPr>
      <dsp:spPr>
        <a:xfrm>
          <a:off x="0" y="1791791"/>
          <a:ext cx="1904999" cy="1143000"/>
        </a:xfrm>
        <a:prstGeom prst="roundRect">
          <a:avLst/>
        </a:prstGeom>
        <a:solidFill>
          <a:schemeClr val="accent1">
            <a:shade val="50000"/>
            <a:hueOff val="244679"/>
            <a:satOff val="32304"/>
            <a:lumOff val="3781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accent2">
                  <a:lumMod val="75000"/>
                </a:schemeClr>
              </a:solidFill>
            </a:rPr>
            <a:t>3</a:t>
          </a:r>
          <a:br>
            <a:rPr lang="en-US" sz="1700" kern="1200" dirty="0">
              <a:solidFill>
                <a:schemeClr val="accent2">
                  <a:lumMod val="75000"/>
                </a:schemeClr>
              </a:solidFill>
            </a:rPr>
          </a:br>
          <a:r>
            <a:rPr lang="en-US" sz="1400" kern="1200" dirty="0">
              <a:solidFill>
                <a:schemeClr val="accent2">
                  <a:lumMod val="75000"/>
                </a:schemeClr>
              </a:solidFill>
            </a:rPr>
            <a:t>Seasons: Kharif, Rabi, Zaid</a:t>
          </a:r>
          <a:endParaRPr lang="en-IN" sz="1400" kern="1200" dirty="0">
            <a:solidFill>
              <a:schemeClr val="accent2">
                <a:lumMod val="75000"/>
              </a:schemeClr>
            </a:solidFill>
          </a:endParaRPr>
        </a:p>
      </dsp:txBody>
      <dsp:txXfrm>
        <a:off x="55797" y="1847588"/>
        <a:ext cx="1793405" cy="1031406"/>
      </dsp:txXfrm>
    </dsp:sp>
    <dsp:sp modelId="{554DDF7B-9277-4529-A466-F70CD85311F6}">
      <dsp:nvSpPr>
        <dsp:cNvPr id="0" name=""/>
        <dsp:cNvSpPr/>
      </dsp:nvSpPr>
      <dsp:spPr>
        <a:xfrm>
          <a:off x="2095500" y="1791791"/>
          <a:ext cx="1904999" cy="1143000"/>
        </a:xfrm>
        <a:prstGeom prst="roundRect">
          <a:avLst/>
        </a:prstGeom>
        <a:solidFill>
          <a:schemeClr val="accent1">
            <a:shade val="50000"/>
            <a:hueOff val="163120"/>
            <a:satOff val="21536"/>
            <a:lumOff val="2521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accent2">
                  <a:lumMod val="50000"/>
                </a:schemeClr>
              </a:solidFill>
            </a:rPr>
            <a:t>8</a:t>
          </a:r>
          <a:br>
            <a:rPr lang="en-US" sz="2400" kern="1200" dirty="0">
              <a:solidFill>
                <a:schemeClr val="accent2">
                  <a:lumMod val="50000"/>
                </a:schemeClr>
              </a:solidFill>
            </a:rPr>
          </a:br>
          <a:r>
            <a:rPr lang="en-US" sz="1400" kern="1200" dirty="0">
              <a:solidFill>
                <a:schemeClr val="accent2">
                  <a:lumMod val="50000"/>
                </a:schemeClr>
              </a:solidFill>
            </a:rPr>
            <a:t>Crop Types</a:t>
          </a:r>
          <a:endParaRPr lang="en-IN" sz="1400" kern="1200" dirty="0">
            <a:solidFill>
              <a:schemeClr val="accent2">
                <a:lumMod val="50000"/>
              </a:schemeClr>
            </a:solidFill>
          </a:endParaRPr>
        </a:p>
      </dsp:txBody>
      <dsp:txXfrm>
        <a:off x="2151297" y="1847588"/>
        <a:ext cx="1793405" cy="1031406"/>
      </dsp:txXfrm>
    </dsp:sp>
    <dsp:sp modelId="{E50C05B6-4634-49FD-9A2C-EA6B136B8EE5}">
      <dsp:nvSpPr>
        <dsp:cNvPr id="0" name=""/>
        <dsp:cNvSpPr/>
      </dsp:nvSpPr>
      <dsp:spPr>
        <a:xfrm>
          <a:off x="4191000" y="1791791"/>
          <a:ext cx="1904999" cy="1143000"/>
        </a:xfrm>
        <a:prstGeom prst="roundRect">
          <a:avLst/>
        </a:prstGeom>
        <a:solidFill>
          <a:schemeClr val="accent1">
            <a:shade val="50000"/>
            <a:hueOff val="81560"/>
            <a:satOff val="10768"/>
            <a:lumOff val="126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4</a:t>
          </a:r>
          <a:br>
            <a:rPr lang="en-US" sz="2100" kern="1200" dirty="0">
              <a:solidFill>
                <a:schemeClr val="bg1"/>
              </a:solidFill>
            </a:rPr>
          </a:br>
          <a:r>
            <a:rPr lang="en-US" sz="1400" kern="1200" dirty="0">
              <a:solidFill>
                <a:schemeClr val="bg1"/>
              </a:solidFill>
            </a:rPr>
            <a:t>Irrigation Methods</a:t>
          </a:r>
          <a:endParaRPr lang="en-IN" sz="2100" kern="1200" dirty="0">
            <a:solidFill>
              <a:schemeClr val="bg1"/>
            </a:solidFill>
          </a:endParaRPr>
        </a:p>
      </dsp:txBody>
      <dsp:txXfrm>
        <a:off x="4246797" y="1847588"/>
        <a:ext cx="1793405" cy="10314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22849-D0C4-479F-B3C6-F31B4DEA8E7C}">
      <dsp:nvSpPr>
        <dsp:cNvPr id="0" name=""/>
        <dsp:cNvSpPr/>
      </dsp:nvSpPr>
      <dsp:spPr>
        <a:xfrm>
          <a:off x="1528724" y="704344"/>
          <a:ext cx="3575055" cy="523034"/>
        </a:xfrm>
        <a:prstGeom prst="rect">
          <a:avLst/>
        </a:prstGeom>
        <a:solidFill>
          <a:schemeClr val="accent2">
            <a:shade val="50000"/>
            <a:hueOff val="0"/>
            <a:satOff val="0"/>
            <a:lumOff val="0"/>
            <a:alphaOff val="0"/>
          </a:schemeClr>
        </a:solidFill>
        <a:ln w="19050" cap="rnd"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D08E62-BA16-4F7F-AF9F-32D2886B9546}">
      <dsp:nvSpPr>
        <dsp:cNvPr id="0" name=""/>
        <dsp:cNvSpPr/>
      </dsp:nvSpPr>
      <dsp:spPr>
        <a:xfrm>
          <a:off x="1528724" y="913523"/>
          <a:ext cx="262636" cy="262636"/>
        </a:xfrm>
        <a:prstGeom prst="rect">
          <a:avLst/>
        </a:prstGeom>
        <a:solidFill>
          <a:schemeClr val="lt1">
            <a:alpha val="90000"/>
            <a:hueOff val="0"/>
            <a:satOff val="0"/>
            <a:lumOff val="0"/>
            <a:alphaOff val="0"/>
          </a:schemeClr>
        </a:solidFill>
        <a:ln w="19050" cap="rnd"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7F9042D-0C1D-4791-8B8C-04F474D9AB57}">
      <dsp:nvSpPr>
        <dsp:cNvPr id="0" name=""/>
        <dsp:cNvSpPr/>
      </dsp:nvSpPr>
      <dsp:spPr>
        <a:xfrm>
          <a:off x="1837287" y="653125"/>
          <a:ext cx="3575055" cy="75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accent2">
                  <a:lumMod val="20000"/>
                  <a:lumOff val="80000"/>
                </a:schemeClr>
              </a:solidFill>
            </a:rPr>
            <a:t>Project Objectives</a:t>
          </a:r>
          <a:endParaRPr lang="en-IN" sz="1800" b="1" kern="1200" dirty="0">
            <a:solidFill>
              <a:schemeClr val="accent2">
                <a:lumMod val="20000"/>
                <a:lumOff val="80000"/>
              </a:schemeClr>
            </a:solidFill>
          </a:endParaRPr>
        </a:p>
      </dsp:txBody>
      <dsp:txXfrm>
        <a:off x="1837287" y="653125"/>
        <a:ext cx="3575055" cy="755564"/>
      </dsp:txXfrm>
    </dsp:sp>
    <dsp:sp modelId="{4B729124-B6AE-4815-AFAF-5AD184BA1040}">
      <dsp:nvSpPr>
        <dsp:cNvPr id="0" name=""/>
        <dsp:cNvSpPr/>
      </dsp:nvSpPr>
      <dsp:spPr>
        <a:xfrm>
          <a:off x="1528724" y="1576940"/>
          <a:ext cx="262629" cy="262629"/>
        </a:xfrm>
        <a:prstGeom prst="rect">
          <a:avLst/>
        </a:prstGeom>
        <a:solidFill>
          <a:schemeClr val="lt1">
            <a:hueOff val="0"/>
            <a:satOff val="0"/>
            <a:lumOff val="0"/>
            <a:alphaOff val="0"/>
          </a:schemeClr>
        </a:solidFill>
        <a:ln w="19050" cap="rnd"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8ACC35-0762-4BE2-9473-5FABF9EE56FF}">
      <dsp:nvSpPr>
        <dsp:cNvPr id="0" name=""/>
        <dsp:cNvSpPr/>
      </dsp:nvSpPr>
      <dsp:spPr>
        <a:xfrm>
          <a:off x="1778978" y="1402160"/>
          <a:ext cx="3324801" cy="612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accent2">
                  <a:lumMod val="50000"/>
                </a:schemeClr>
              </a:solidFill>
            </a:rPr>
            <a:t>Explore, clean and prepare the seasonal dataset</a:t>
          </a:r>
          <a:endParaRPr lang="en-IN" sz="1600" kern="1200" dirty="0">
            <a:solidFill>
              <a:schemeClr val="accent2">
                <a:lumMod val="50000"/>
              </a:schemeClr>
            </a:solidFill>
          </a:endParaRPr>
        </a:p>
      </dsp:txBody>
      <dsp:txXfrm>
        <a:off x="1778978" y="1402160"/>
        <a:ext cx="3324801" cy="612191"/>
      </dsp:txXfrm>
    </dsp:sp>
    <dsp:sp modelId="{C00687ED-EDDF-4633-A1DF-84F773FB2705}">
      <dsp:nvSpPr>
        <dsp:cNvPr id="0" name=""/>
        <dsp:cNvSpPr/>
      </dsp:nvSpPr>
      <dsp:spPr>
        <a:xfrm>
          <a:off x="1528724" y="2189131"/>
          <a:ext cx="262629" cy="262629"/>
        </a:xfrm>
        <a:prstGeom prst="rect">
          <a:avLst/>
        </a:prstGeom>
        <a:solidFill>
          <a:schemeClr val="lt1">
            <a:hueOff val="0"/>
            <a:satOff val="0"/>
            <a:lumOff val="0"/>
            <a:alphaOff val="0"/>
          </a:schemeClr>
        </a:solidFill>
        <a:ln w="19050" cap="rnd" cmpd="sng" algn="ctr">
          <a:solidFill>
            <a:schemeClr val="accent2">
              <a:shade val="50000"/>
              <a:hueOff val="182009"/>
              <a:satOff val="-7607"/>
              <a:lumOff val="15205"/>
              <a:alphaOff val="0"/>
            </a:schemeClr>
          </a:solidFill>
          <a:prstDash val="solid"/>
        </a:ln>
        <a:effectLst/>
      </dsp:spPr>
      <dsp:style>
        <a:lnRef idx="2">
          <a:scrgbClr r="0" g="0" b="0"/>
        </a:lnRef>
        <a:fillRef idx="1">
          <a:scrgbClr r="0" g="0" b="0"/>
        </a:fillRef>
        <a:effectRef idx="0">
          <a:scrgbClr r="0" g="0" b="0"/>
        </a:effectRef>
        <a:fontRef idx="minor"/>
      </dsp:style>
    </dsp:sp>
    <dsp:sp modelId="{006FE85F-DC1D-4FC6-9488-BFDE8B997F3E}">
      <dsp:nvSpPr>
        <dsp:cNvPr id="0" name=""/>
        <dsp:cNvSpPr/>
      </dsp:nvSpPr>
      <dsp:spPr>
        <a:xfrm>
          <a:off x="1778978" y="2014351"/>
          <a:ext cx="3324801" cy="612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accent2">
                  <a:lumMod val="50000"/>
                </a:schemeClr>
              </a:solidFill>
            </a:rPr>
            <a:t>Examine how performance varies across seasons</a:t>
          </a:r>
          <a:endParaRPr lang="en-IN" sz="1600" kern="1200" dirty="0">
            <a:solidFill>
              <a:schemeClr val="accent2">
                <a:lumMod val="50000"/>
              </a:schemeClr>
            </a:solidFill>
          </a:endParaRPr>
        </a:p>
      </dsp:txBody>
      <dsp:txXfrm>
        <a:off x="1778978" y="2014351"/>
        <a:ext cx="3324801" cy="612191"/>
      </dsp:txXfrm>
    </dsp:sp>
    <dsp:sp modelId="{C7A3BF87-9774-4B85-9F08-033CE285A441}">
      <dsp:nvSpPr>
        <dsp:cNvPr id="0" name=""/>
        <dsp:cNvSpPr/>
      </dsp:nvSpPr>
      <dsp:spPr>
        <a:xfrm>
          <a:off x="1528724" y="2801323"/>
          <a:ext cx="262629" cy="262629"/>
        </a:xfrm>
        <a:prstGeom prst="rect">
          <a:avLst/>
        </a:prstGeom>
        <a:solidFill>
          <a:schemeClr val="lt1">
            <a:hueOff val="0"/>
            <a:satOff val="0"/>
            <a:lumOff val="0"/>
            <a:alphaOff val="0"/>
          </a:schemeClr>
        </a:solidFill>
        <a:ln w="19050" cap="rnd" cmpd="sng" algn="ctr">
          <a:solidFill>
            <a:schemeClr val="accent2">
              <a:shade val="50000"/>
              <a:hueOff val="364017"/>
              <a:satOff val="-15213"/>
              <a:lumOff val="30411"/>
              <a:alphaOff val="0"/>
            </a:schemeClr>
          </a:solidFill>
          <a:prstDash val="solid"/>
        </a:ln>
        <a:effectLst/>
      </dsp:spPr>
      <dsp:style>
        <a:lnRef idx="2">
          <a:scrgbClr r="0" g="0" b="0"/>
        </a:lnRef>
        <a:fillRef idx="1">
          <a:scrgbClr r="0" g="0" b="0"/>
        </a:fillRef>
        <a:effectRef idx="0">
          <a:scrgbClr r="0" g="0" b="0"/>
        </a:effectRef>
        <a:fontRef idx="minor"/>
      </dsp:style>
    </dsp:sp>
    <dsp:sp modelId="{4C6A09C5-55F9-44D1-8861-5BE17F0D5CE8}">
      <dsp:nvSpPr>
        <dsp:cNvPr id="0" name=""/>
        <dsp:cNvSpPr/>
      </dsp:nvSpPr>
      <dsp:spPr>
        <a:xfrm>
          <a:off x="1778978" y="2626542"/>
          <a:ext cx="3324801" cy="612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accent2">
                  <a:lumMod val="50000"/>
                </a:schemeClr>
              </a:solidFill>
            </a:rPr>
            <a:t>Identify seasonal patterns, trends and relationships</a:t>
          </a:r>
          <a:endParaRPr lang="en-IN" sz="1600" kern="1200" dirty="0">
            <a:solidFill>
              <a:schemeClr val="accent2">
                <a:lumMod val="50000"/>
              </a:schemeClr>
            </a:solidFill>
          </a:endParaRPr>
        </a:p>
      </dsp:txBody>
      <dsp:txXfrm>
        <a:off x="1778978" y="2626542"/>
        <a:ext cx="3324801" cy="612191"/>
      </dsp:txXfrm>
    </dsp:sp>
    <dsp:sp modelId="{37DA3C58-D75C-43C3-8346-C7C3F2274CC0}">
      <dsp:nvSpPr>
        <dsp:cNvPr id="0" name=""/>
        <dsp:cNvSpPr/>
      </dsp:nvSpPr>
      <dsp:spPr>
        <a:xfrm>
          <a:off x="1528724" y="3413514"/>
          <a:ext cx="262629" cy="262629"/>
        </a:xfrm>
        <a:prstGeom prst="rect">
          <a:avLst/>
        </a:prstGeom>
        <a:solidFill>
          <a:schemeClr val="lt1">
            <a:hueOff val="0"/>
            <a:satOff val="0"/>
            <a:lumOff val="0"/>
            <a:alphaOff val="0"/>
          </a:schemeClr>
        </a:solidFill>
        <a:ln w="19050" cap="rnd" cmpd="sng" algn="ctr">
          <a:solidFill>
            <a:schemeClr val="accent2">
              <a:shade val="50000"/>
              <a:hueOff val="546026"/>
              <a:satOff val="-22820"/>
              <a:lumOff val="45616"/>
              <a:alphaOff val="0"/>
            </a:schemeClr>
          </a:solidFill>
          <a:prstDash val="solid"/>
        </a:ln>
        <a:effectLst/>
      </dsp:spPr>
      <dsp:style>
        <a:lnRef idx="2">
          <a:scrgbClr r="0" g="0" b="0"/>
        </a:lnRef>
        <a:fillRef idx="1">
          <a:scrgbClr r="0" g="0" b="0"/>
        </a:fillRef>
        <a:effectRef idx="0">
          <a:scrgbClr r="0" g="0" b="0"/>
        </a:effectRef>
        <a:fontRef idx="minor"/>
      </dsp:style>
    </dsp:sp>
    <dsp:sp modelId="{2ED86914-BA95-4119-ACBD-9C6C5C52D620}">
      <dsp:nvSpPr>
        <dsp:cNvPr id="0" name=""/>
        <dsp:cNvSpPr/>
      </dsp:nvSpPr>
      <dsp:spPr>
        <a:xfrm>
          <a:off x="1778978" y="3238733"/>
          <a:ext cx="3324801" cy="612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accent2">
                  <a:lumMod val="50000"/>
                </a:schemeClr>
              </a:solidFill>
            </a:rPr>
            <a:t>Compare yield, resource use and profitability by season</a:t>
          </a:r>
          <a:endParaRPr lang="en-IN" sz="1600" kern="1200" dirty="0">
            <a:solidFill>
              <a:schemeClr val="accent2">
                <a:lumMod val="50000"/>
              </a:schemeClr>
            </a:solidFill>
          </a:endParaRPr>
        </a:p>
      </dsp:txBody>
      <dsp:txXfrm>
        <a:off x="1778978" y="3238733"/>
        <a:ext cx="3324801" cy="612191"/>
      </dsp:txXfrm>
    </dsp:sp>
    <dsp:sp modelId="{03B6CA90-EEBA-4C76-9F46-B160A75DE56A}">
      <dsp:nvSpPr>
        <dsp:cNvPr id="0" name=""/>
        <dsp:cNvSpPr/>
      </dsp:nvSpPr>
      <dsp:spPr>
        <a:xfrm>
          <a:off x="1528724" y="4025705"/>
          <a:ext cx="262629" cy="262629"/>
        </a:xfrm>
        <a:prstGeom prst="rect">
          <a:avLst/>
        </a:prstGeom>
        <a:solidFill>
          <a:schemeClr val="lt1">
            <a:hueOff val="0"/>
            <a:satOff val="0"/>
            <a:lumOff val="0"/>
            <a:alphaOff val="0"/>
          </a:schemeClr>
        </a:solidFill>
        <a:ln w="19050" cap="rnd" cmpd="sng" algn="ctr">
          <a:solidFill>
            <a:schemeClr val="accent2">
              <a:shade val="50000"/>
              <a:hueOff val="364017"/>
              <a:satOff val="-15213"/>
              <a:lumOff val="30411"/>
              <a:alphaOff val="0"/>
            </a:schemeClr>
          </a:solidFill>
          <a:prstDash val="solid"/>
        </a:ln>
        <a:effectLst/>
      </dsp:spPr>
      <dsp:style>
        <a:lnRef idx="2">
          <a:scrgbClr r="0" g="0" b="0"/>
        </a:lnRef>
        <a:fillRef idx="1">
          <a:scrgbClr r="0" g="0" b="0"/>
        </a:fillRef>
        <a:effectRef idx="0">
          <a:scrgbClr r="0" g="0" b="0"/>
        </a:effectRef>
        <a:fontRef idx="minor"/>
      </dsp:style>
    </dsp:sp>
    <dsp:sp modelId="{2BB37CFE-ECE0-4A6B-A5FB-E90D007E09C8}">
      <dsp:nvSpPr>
        <dsp:cNvPr id="0" name=""/>
        <dsp:cNvSpPr/>
      </dsp:nvSpPr>
      <dsp:spPr>
        <a:xfrm>
          <a:off x="1778978" y="3850924"/>
          <a:ext cx="3324801" cy="612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accent2">
                  <a:lumMod val="50000"/>
                </a:schemeClr>
              </a:solidFill>
            </a:rPr>
            <a:t>Apply statistical tests and visualization techniques</a:t>
          </a:r>
          <a:endParaRPr lang="en-IN" sz="1600" kern="1200" dirty="0">
            <a:solidFill>
              <a:schemeClr val="accent2">
                <a:lumMod val="50000"/>
              </a:schemeClr>
            </a:solidFill>
          </a:endParaRPr>
        </a:p>
      </dsp:txBody>
      <dsp:txXfrm>
        <a:off x="1778978" y="3850924"/>
        <a:ext cx="3324801" cy="612191"/>
      </dsp:txXfrm>
    </dsp:sp>
    <dsp:sp modelId="{FFC9D2D2-4B72-4D2F-B9EF-398A582B0E94}">
      <dsp:nvSpPr>
        <dsp:cNvPr id="0" name=""/>
        <dsp:cNvSpPr/>
      </dsp:nvSpPr>
      <dsp:spPr>
        <a:xfrm>
          <a:off x="1528724" y="4637896"/>
          <a:ext cx="262629" cy="262629"/>
        </a:xfrm>
        <a:prstGeom prst="rect">
          <a:avLst/>
        </a:prstGeom>
        <a:solidFill>
          <a:schemeClr val="lt1">
            <a:hueOff val="0"/>
            <a:satOff val="0"/>
            <a:lumOff val="0"/>
            <a:alphaOff val="0"/>
          </a:schemeClr>
        </a:solidFill>
        <a:ln w="19050" cap="rnd" cmpd="sng" algn="ctr">
          <a:solidFill>
            <a:schemeClr val="accent2">
              <a:shade val="50000"/>
              <a:hueOff val="182009"/>
              <a:satOff val="-7607"/>
              <a:lumOff val="15205"/>
              <a:alphaOff val="0"/>
            </a:schemeClr>
          </a:solidFill>
          <a:prstDash val="solid"/>
        </a:ln>
        <a:effectLst/>
      </dsp:spPr>
      <dsp:style>
        <a:lnRef idx="2">
          <a:scrgbClr r="0" g="0" b="0"/>
        </a:lnRef>
        <a:fillRef idx="1">
          <a:scrgbClr r="0" g="0" b="0"/>
        </a:fillRef>
        <a:effectRef idx="0">
          <a:scrgbClr r="0" g="0" b="0"/>
        </a:effectRef>
        <a:fontRef idx="minor"/>
      </dsp:style>
    </dsp:sp>
    <dsp:sp modelId="{1C954FA6-6742-4858-82C7-C261D88ACB11}">
      <dsp:nvSpPr>
        <dsp:cNvPr id="0" name=""/>
        <dsp:cNvSpPr/>
      </dsp:nvSpPr>
      <dsp:spPr>
        <a:xfrm>
          <a:off x="1778978" y="4463115"/>
          <a:ext cx="3324801" cy="612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accent2">
                  <a:lumMod val="50000"/>
                </a:schemeClr>
              </a:solidFill>
            </a:rPr>
            <a:t>Turn evidence into data-driven recommendations</a:t>
          </a:r>
          <a:endParaRPr lang="en-IN" sz="1600" kern="1200" dirty="0">
            <a:solidFill>
              <a:schemeClr val="accent2">
                <a:lumMod val="50000"/>
              </a:schemeClr>
            </a:solidFill>
          </a:endParaRPr>
        </a:p>
      </dsp:txBody>
      <dsp:txXfrm>
        <a:off x="1778978" y="4463115"/>
        <a:ext cx="3324801" cy="6121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8D899-A57B-466F-A93B-287D5410684A}">
      <dsp:nvSpPr>
        <dsp:cNvPr id="0" name=""/>
        <dsp:cNvSpPr/>
      </dsp:nvSpPr>
      <dsp:spPr>
        <a:xfrm>
          <a:off x="0" y="733574"/>
          <a:ext cx="3015876" cy="1809525"/>
        </a:xfrm>
        <a:prstGeom prst="roundRect">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1">
                  <a:lumMod val="20000"/>
                  <a:lumOff val="80000"/>
                </a:schemeClr>
              </a:solidFill>
            </a:rPr>
            <a:t>Farmers and Agronomists</a:t>
          </a:r>
          <a:br>
            <a:rPr lang="en-US" sz="1800" b="1" kern="1200" dirty="0">
              <a:solidFill>
                <a:schemeClr val="accent1">
                  <a:lumMod val="20000"/>
                  <a:lumOff val="80000"/>
                </a:schemeClr>
              </a:solidFill>
            </a:rPr>
          </a:br>
          <a:r>
            <a:rPr lang="en-US" sz="1800" b="1" kern="1200" dirty="0">
              <a:solidFill>
                <a:schemeClr val="accent1">
                  <a:lumMod val="20000"/>
                  <a:lumOff val="80000"/>
                </a:schemeClr>
              </a:solidFill>
            </a:rPr>
            <a:t>Farm Records</a:t>
          </a:r>
        </a:p>
        <a:p>
          <a:pPr marL="0" lvl="0" indent="0" algn="ctr" defTabSz="800100">
            <a:lnSpc>
              <a:spcPct val="90000"/>
            </a:lnSpc>
            <a:spcBef>
              <a:spcPct val="0"/>
            </a:spcBef>
            <a:spcAft>
              <a:spcPct val="35000"/>
            </a:spcAft>
            <a:buNone/>
          </a:pPr>
          <a:r>
            <a:rPr lang="en-US" sz="1600" kern="1200" dirty="0">
              <a:solidFill>
                <a:schemeClr val="accent1">
                  <a:lumMod val="20000"/>
                  <a:lumOff val="80000"/>
                </a:schemeClr>
              </a:solidFill>
            </a:rPr>
            <a:t>Plan sowing, irrigation and crop choice around season-specific performance</a:t>
          </a:r>
          <a:endParaRPr lang="en-IN" sz="1600" kern="1200" dirty="0">
            <a:solidFill>
              <a:schemeClr val="accent1">
                <a:lumMod val="20000"/>
                <a:lumOff val="80000"/>
              </a:schemeClr>
            </a:solidFill>
          </a:endParaRPr>
        </a:p>
      </dsp:txBody>
      <dsp:txXfrm>
        <a:off x="88334" y="821908"/>
        <a:ext cx="2839208" cy="1632857"/>
      </dsp:txXfrm>
    </dsp:sp>
    <dsp:sp modelId="{B7A4B1B3-E652-4E90-AA99-268E28540E34}">
      <dsp:nvSpPr>
        <dsp:cNvPr id="0" name=""/>
        <dsp:cNvSpPr/>
      </dsp:nvSpPr>
      <dsp:spPr>
        <a:xfrm>
          <a:off x="3317464" y="733574"/>
          <a:ext cx="3015876" cy="1809525"/>
        </a:xfrm>
        <a:prstGeom prst="roundRect">
          <a:avLst/>
        </a:prstGeom>
        <a:solidFill>
          <a:schemeClr val="accent1">
            <a:shade val="50000"/>
            <a:hueOff val="81560"/>
            <a:satOff val="10768"/>
            <a:lumOff val="126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Agricultural Policy Planners</a:t>
          </a:r>
          <a:br>
            <a:rPr lang="en-US" sz="1800" b="1" kern="1200" dirty="0"/>
          </a:br>
          <a:r>
            <a:rPr lang="en-US" sz="1800" kern="1200" dirty="0"/>
            <a:t>Design seasonal support schemes using evidence rather than assumption</a:t>
          </a:r>
          <a:endParaRPr lang="en-IN" sz="2100" kern="1200" dirty="0"/>
        </a:p>
      </dsp:txBody>
      <dsp:txXfrm>
        <a:off x="3405798" y="821908"/>
        <a:ext cx="2839208" cy="1632857"/>
      </dsp:txXfrm>
    </dsp:sp>
    <dsp:sp modelId="{A230DE94-F3A2-4794-971F-248315D4B33B}">
      <dsp:nvSpPr>
        <dsp:cNvPr id="0" name=""/>
        <dsp:cNvSpPr/>
      </dsp:nvSpPr>
      <dsp:spPr>
        <a:xfrm>
          <a:off x="6634928" y="733574"/>
          <a:ext cx="3015876" cy="1809525"/>
        </a:xfrm>
        <a:prstGeom prst="roundRect">
          <a:avLst/>
        </a:prstGeom>
        <a:solidFill>
          <a:schemeClr val="accent1">
            <a:shade val="50000"/>
            <a:hueOff val="163120"/>
            <a:satOff val="21536"/>
            <a:lumOff val="2521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lumMod val="50000"/>
                </a:schemeClr>
              </a:solidFill>
            </a:rPr>
            <a:t>Agribusinesses and Input Suppliers</a:t>
          </a:r>
          <a:br>
            <a:rPr lang="en-US" sz="1800" kern="1200" dirty="0">
              <a:solidFill>
                <a:schemeClr val="accent2">
                  <a:lumMod val="50000"/>
                </a:schemeClr>
              </a:solidFill>
            </a:rPr>
          </a:br>
          <a:r>
            <a:rPr lang="en-US" sz="1600" kern="1200" dirty="0">
              <a:solidFill>
                <a:schemeClr val="accent2">
                  <a:lumMod val="50000"/>
                </a:schemeClr>
              </a:solidFill>
            </a:rPr>
            <a:t>Time input and services to when demand and returns are highest</a:t>
          </a:r>
          <a:endParaRPr lang="en-IN" sz="1800" kern="1200" dirty="0">
            <a:solidFill>
              <a:schemeClr val="accent2">
                <a:lumMod val="50000"/>
              </a:schemeClr>
            </a:solidFill>
          </a:endParaRPr>
        </a:p>
      </dsp:txBody>
      <dsp:txXfrm>
        <a:off x="6723262" y="821908"/>
        <a:ext cx="2839208" cy="1632857"/>
      </dsp:txXfrm>
    </dsp:sp>
    <dsp:sp modelId="{98346ECB-4218-42C2-BADB-4637F1DEC029}">
      <dsp:nvSpPr>
        <dsp:cNvPr id="0" name=""/>
        <dsp:cNvSpPr/>
      </dsp:nvSpPr>
      <dsp:spPr>
        <a:xfrm>
          <a:off x="0" y="2844687"/>
          <a:ext cx="3015876" cy="1809525"/>
        </a:xfrm>
        <a:prstGeom prst="roundRect">
          <a:avLst/>
        </a:prstGeom>
        <a:solidFill>
          <a:schemeClr val="accent1">
            <a:shade val="50000"/>
            <a:hueOff val="244679"/>
            <a:satOff val="32304"/>
            <a:lumOff val="3781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lumMod val="75000"/>
                </a:schemeClr>
              </a:solidFill>
            </a:rPr>
            <a:t>Financial Institutions and Insurers</a:t>
          </a:r>
          <a:br>
            <a:rPr lang="en-US" sz="1700" kern="1200" dirty="0">
              <a:solidFill>
                <a:schemeClr val="accent2">
                  <a:lumMod val="75000"/>
                </a:schemeClr>
              </a:solidFill>
            </a:rPr>
          </a:br>
          <a:r>
            <a:rPr lang="en-US" sz="1700" kern="1200" dirty="0">
              <a:solidFill>
                <a:schemeClr val="accent2">
                  <a:lumMod val="75000"/>
                </a:schemeClr>
              </a:solidFill>
            </a:rPr>
            <a:t>Asses seasonal risk for farm credit, pricing and crop insurance</a:t>
          </a:r>
          <a:endParaRPr lang="en-IN" sz="1700" kern="1200" dirty="0">
            <a:solidFill>
              <a:schemeClr val="accent2">
                <a:lumMod val="75000"/>
              </a:schemeClr>
            </a:solidFill>
          </a:endParaRPr>
        </a:p>
      </dsp:txBody>
      <dsp:txXfrm>
        <a:off x="88334" y="2933021"/>
        <a:ext cx="2839208" cy="1632857"/>
      </dsp:txXfrm>
    </dsp:sp>
    <dsp:sp modelId="{554DDF7B-9277-4529-A466-F70CD85311F6}">
      <dsp:nvSpPr>
        <dsp:cNvPr id="0" name=""/>
        <dsp:cNvSpPr/>
      </dsp:nvSpPr>
      <dsp:spPr>
        <a:xfrm>
          <a:off x="3317464" y="2844687"/>
          <a:ext cx="3015876" cy="1809525"/>
        </a:xfrm>
        <a:prstGeom prst="roundRect">
          <a:avLst/>
        </a:prstGeom>
        <a:solidFill>
          <a:schemeClr val="accent1">
            <a:shade val="50000"/>
            <a:hueOff val="163120"/>
            <a:satOff val="21536"/>
            <a:lumOff val="2521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lumMod val="50000"/>
                </a:schemeClr>
              </a:solidFill>
            </a:rPr>
            <a:t>Researchers and Data Analysts</a:t>
          </a:r>
          <a:br>
            <a:rPr lang="en-US" sz="2400" kern="1200" dirty="0">
              <a:solidFill>
                <a:schemeClr val="accent2">
                  <a:lumMod val="50000"/>
                </a:schemeClr>
              </a:solidFill>
            </a:rPr>
          </a:br>
          <a:r>
            <a:rPr lang="en-US" sz="1600" kern="1200" dirty="0">
              <a:solidFill>
                <a:schemeClr val="accent2">
                  <a:lumMod val="50000"/>
                </a:schemeClr>
              </a:solidFill>
            </a:rPr>
            <a:t>Study seasonal drivers of yield, resource use and profitability</a:t>
          </a:r>
          <a:endParaRPr lang="en-IN" sz="1800" kern="1200" dirty="0">
            <a:solidFill>
              <a:schemeClr val="accent2">
                <a:lumMod val="50000"/>
              </a:schemeClr>
            </a:solidFill>
          </a:endParaRPr>
        </a:p>
      </dsp:txBody>
      <dsp:txXfrm>
        <a:off x="3405798" y="2933021"/>
        <a:ext cx="2839208" cy="1632857"/>
      </dsp:txXfrm>
    </dsp:sp>
    <dsp:sp modelId="{E50C05B6-4634-49FD-9A2C-EA6B136B8EE5}">
      <dsp:nvSpPr>
        <dsp:cNvPr id="0" name=""/>
        <dsp:cNvSpPr/>
      </dsp:nvSpPr>
      <dsp:spPr>
        <a:xfrm>
          <a:off x="6616742" y="2847836"/>
          <a:ext cx="3015876" cy="1809525"/>
        </a:xfrm>
        <a:prstGeom prst="roundRect">
          <a:avLst/>
        </a:prstGeom>
        <a:solidFill>
          <a:schemeClr val="accent1">
            <a:shade val="50000"/>
            <a:hueOff val="81560"/>
            <a:satOff val="10768"/>
            <a:lumOff val="126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Government Agriculture Departments</a:t>
          </a:r>
          <a:br>
            <a:rPr lang="en-US" sz="2100" kern="1200" dirty="0">
              <a:solidFill>
                <a:schemeClr val="bg1"/>
              </a:solidFill>
            </a:rPr>
          </a:br>
          <a:r>
            <a:rPr lang="en-US" sz="1600" kern="1200" dirty="0">
              <a:solidFill>
                <a:schemeClr val="bg1"/>
              </a:solidFill>
            </a:rPr>
            <a:t>Support evidence-based seasonal planning at state and district level</a:t>
          </a:r>
          <a:endParaRPr lang="en-IN" sz="2100" kern="1200" dirty="0">
            <a:solidFill>
              <a:schemeClr val="bg1"/>
            </a:solidFill>
          </a:endParaRPr>
        </a:p>
      </dsp:txBody>
      <dsp:txXfrm>
        <a:off x="6705076" y="2936170"/>
        <a:ext cx="2839208" cy="16328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3FC690-5F5E-434E-BCAD-187FCEFE5C50}">
      <dsp:nvSpPr>
        <dsp:cNvPr id="0" name=""/>
        <dsp:cNvSpPr/>
      </dsp:nvSpPr>
      <dsp:spPr>
        <a:xfrm>
          <a:off x="0" y="406773"/>
          <a:ext cx="8994589" cy="604800"/>
        </a:xfrm>
        <a:prstGeom prst="rect">
          <a:avLst/>
        </a:prstGeom>
        <a:solidFill>
          <a:schemeClr val="lt1">
            <a:alpha val="90000"/>
            <a:hueOff val="0"/>
            <a:satOff val="0"/>
            <a:lumOff val="0"/>
            <a:alphaOff val="0"/>
          </a:schemeClr>
        </a:solidFill>
        <a:ln w="19050" cap="rnd"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DE9102E-B755-4EE9-AC21-176C015194C5}">
      <dsp:nvSpPr>
        <dsp:cNvPr id="0" name=""/>
        <dsp:cNvSpPr/>
      </dsp:nvSpPr>
      <dsp:spPr>
        <a:xfrm>
          <a:off x="449729" y="52533"/>
          <a:ext cx="6296212" cy="708480"/>
        </a:xfrm>
        <a:prstGeom prst="roundRect">
          <a:avLst/>
        </a:prstGeom>
        <a:solidFill>
          <a:schemeClr val="accent2">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982" tIns="0" rIns="237982" bIns="0" numCol="1" spcCol="1270" anchor="ctr" anchorCtr="0">
          <a:noAutofit/>
        </a:bodyPr>
        <a:lstStyle/>
        <a:p>
          <a:pPr marL="0" lvl="0" indent="0" algn="l" defTabSz="800100">
            <a:lnSpc>
              <a:spcPct val="90000"/>
            </a:lnSpc>
            <a:spcBef>
              <a:spcPct val="0"/>
            </a:spcBef>
            <a:spcAft>
              <a:spcPct val="35000"/>
            </a:spcAft>
            <a:buNone/>
          </a:pPr>
          <a:r>
            <a:rPr lang="en-US" sz="1800" b="1" kern="1200" dirty="0"/>
            <a:t>Python</a:t>
          </a:r>
          <a:br>
            <a:rPr lang="en-US" sz="1300" kern="1200" dirty="0"/>
          </a:br>
          <a:r>
            <a:rPr lang="en-US" sz="1600" kern="1200" dirty="0"/>
            <a:t>Primary programming language for data analysis and preprocessing</a:t>
          </a:r>
          <a:endParaRPr lang="en-IN" sz="1600" kern="1200" dirty="0"/>
        </a:p>
      </dsp:txBody>
      <dsp:txXfrm>
        <a:off x="484314" y="87118"/>
        <a:ext cx="6227042" cy="639310"/>
      </dsp:txXfrm>
    </dsp:sp>
    <dsp:sp modelId="{CC94877C-BDD3-47C6-8F1B-520281F64FA1}">
      <dsp:nvSpPr>
        <dsp:cNvPr id="0" name=""/>
        <dsp:cNvSpPr/>
      </dsp:nvSpPr>
      <dsp:spPr>
        <a:xfrm>
          <a:off x="0" y="1495413"/>
          <a:ext cx="8994589" cy="604800"/>
        </a:xfrm>
        <a:prstGeom prst="rect">
          <a:avLst/>
        </a:prstGeom>
        <a:solidFill>
          <a:schemeClr val="lt1">
            <a:alpha val="90000"/>
            <a:hueOff val="0"/>
            <a:satOff val="0"/>
            <a:lumOff val="0"/>
            <a:alphaOff val="0"/>
          </a:schemeClr>
        </a:solidFill>
        <a:ln w="19050" cap="rnd" cmpd="sng" algn="ctr">
          <a:solidFill>
            <a:schemeClr val="accent2">
              <a:shade val="50000"/>
              <a:hueOff val="218410"/>
              <a:satOff val="-9128"/>
              <a:lumOff val="18246"/>
              <a:alphaOff val="0"/>
            </a:schemeClr>
          </a:solidFill>
          <a:prstDash val="solid"/>
        </a:ln>
        <a:effectLst/>
      </dsp:spPr>
      <dsp:style>
        <a:lnRef idx="2">
          <a:scrgbClr r="0" g="0" b="0"/>
        </a:lnRef>
        <a:fillRef idx="1">
          <a:scrgbClr r="0" g="0" b="0"/>
        </a:fillRef>
        <a:effectRef idx="0">
          <a:scrgbClr r="0" g="0" b="0"/>
        </a:effectRef>
        <a:fontRef idx="minor"/>
      </dsp:style>
    </dsp:sp>
    <dsp:sp modelId="{97EDFDE6-FCA3-4B79-B21B-A833E06D799A}">
      <dsp:nvSpPr>
        <dsp:cNvPr id="0" name=""/>
        <dsp:cNvSpPr/>
      </dsp:nvSpPr>
      <dsp:spPr>
        <a:xfrm>
          <a:off x="449729" y="1141173"/>
          <a:ext cx="6296212" cy="708480"/>
        </a:xfrm>
        <a:prstGeom prst="roundRect">
          <a:avLst/>
        </a:prstGeom>
        <a:solidFill>
          <a:schemeClr val="accent2">
            <a:shade val="50000"/>
            <a:hueOff val="231788"/>
            <a:satOff val="-9638"/>
            <a:lumOff val="1997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982" tIns="0" rIns="237982" bIns="0" numCol="1" spcCol="1270" anchor="ctr" anchorCtr="0">
          <a:noAutofit/>
        </a:bodyPr>
        <a:lstStyle/>
        <a:p>
          <a:pPr marL="0" lvl="0" indent="0" algn="l" defTabSz="800100">
            <a:lnSpc>
              <a:spcPct val="90000"/>
            </a:lnSpc>
            <a:spcBef>
              <a:spcPct val="0"/>
            </a:spcBef>
            <a:spcAft>
              <a:spcPct val="35000"/>
            </a:spcAft>
            <a:buNone/>
          </a:pPr>
          <a:r>
            <a:rPr lang="en-US" sz="1800" b="1" kern="1200"/>
            <a:t>Pandas and Numpy</a:t>
          </a:r>
          <a:br>
            <a:rPr lang="en-US" sz="1100" kern="1200"/>
          </a:br>
          <a:r>
            <a:rPr lang="en-US" sz="1600" kern="1200"/>
            <a:t>Data loading, cleaning, transformation, aggregation and numerical computation</a:t>
          </a:r>
          <a:endParaRPr lang="en-IN" sz="1600" kern="1200" dirty="0"/>
        </a:p>
      </dsp:txBody>
      <dsp:txXfrm>
        <a:off x="484314" y="1175758"/>
        <a:ext cx="6227042" cy="639310"/>
      </dsp:txXfrm>
    </dsp:sp>
    <dsp:sp modelId="{A2CD6E12-C05C-431F-88D0-AAC1182B07B7}">
      <dsp:nvSpPr>
        <dsp:cNvPr id="0" name=""/>
        <dsp:cNvSpPr/>
      </dsp:nvSpPr>
      <dsp:spPr>
        <a:xfrm>
          <a:off x="0" y="2584053"/>
          <a:ext cx="8994589" cy="604800"/>
        </a:xfrm>
        <a:prstGeom prst="rect">
          <a:avLst/>
        </a:prstGeom>
        <a:solidFill>
          <a:schemeClr val="lt1">
            <a:alpha val="90000"/>
            <a:hueOff val="0"/>
            <a:satOff val="0"/>
            <a:lumOff val="0"/>
            <a:alphaOff val="0"/>
          </a:schemeClr>
        </a:solidFill>
        <a:ln w="19050" cap="rnd" cmpd="sng" algn="ctr">
          <a:solidFill>
            <a:schemeClr val="accent2">
              <a:shade val="50000"/>
              <a:hueOff val="436821"/>
              <a:satOff val="-18256"/>
              <a:lumOff val="36493"/>
              <a:alphaOff val="0"/>
            </a:schemeClr>
          </a:solidFill>
          <a:prstDash val="solid"/>
        </a:ln>
        <a:effectLst/>
      </dsp:spPr>
      <dsp:style>
        <a:lnRef idx="2">
          <a:scrgbClr r="0" g="0" b="0"/>
        </a:lnRef>
        <a:fillRef idx="1">
          <a:scrgbClr r="0" g="0" b="0"/>
        </a:fillRef>
        <a:effectRef idx="0">
          <a:scrgbClr r="0" g="0" b="0"/>
        </a:effectRef>
        <a:fontRef idx="minor"/>
      </dsp:style>
    </dsp:sp>
    <dsp:sp modelId="{7F87DF1F-307D-4664-86BF-F6E36B8C7BDD}">
      <dsp:nvSpPr>
        <dsp:cNvPr id="0" name=""/>
        <dsp:cNvSpPr/>
      </dsp:nvSpPr>
      <dsp:spPr>
        <a:xfrm>
          <a:off x="449729" y="2229813"/>
          <a:ext cx="6296212" cy="708480"/>
        </a:xfrm>
        <a:prstGeom prst="roundRect">
          <a:avLst/>
        </a:prstGeom>
        <a:solidFill>
          <a:schemeClr val="accent2">
            <a:shade val="50000"/>
            <a:hueOff val="463575"/>
            <a:satOff val="-19276"/>
            <a:lumOff val="399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982" tIns="0" rIns="237982" bIns="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accent2">
                  <a:lumMod val="75000"/>
                </a:schemeClr>
              </a:solidFill>
            </a:rPr>
            <a:t>Matplotlib and Seaborn</a:t>
          </a:r>
          <a:br>
            <a:rPr lang="en-US" sz="900" kern="1200" dirty="0">
              <a:solidFill>
                <a:schemeClr val="accent2">
                  <a:lumMod val="75000"/>
                </a:schemeClr>
              </a:solidFill>
            </a:rPr>
          </a:br>
          <a:r>
            <a:rPr lang="en-US" sz="1600" kern="1200" dirty="0">
              <a:solidFill>
                <a:schemeClr val="accent2">
                  <a:lumMod val="75000"/>
                </a:schemeClr>
              </a:solidFill>
            </a:rPr>
            <a:t>Visualization using bar charts, histograms, boxplots, violin plots, scatterplots and heatmaps</a:t>
          </a:r>
          <a:endParaRPr lang="en-IN" sz="1600" kern="1200" dirty="0">
            <a:solidFill>
              <a:schemeClr val="accent2">
                <a:lumMod val="75000"/>
              </a:schemeClr>
            </a:solidFill>
          </a:endParaRPr>
        </a:p>
      </dsp:txBody>
      <dsp:txXfrm>
        <a:off x="484314" y="2264398"/>
        <a:ext cx="6227042" cy="639310"/>
      </dsp:txXfrm>
    </dsp:sp>
    <dsp:sp modelId="{5CF15DBB-6D6B-4AD9-91ED-D1F3607703B3}">
      <dsp:nvSpPr>
        <dsp:cNvPr id="0" name=""/>
        <dsp:cNvSpPr/>
      </dsp:nvSpPr>
      <dsp:spPr>
        <a:xfrm>
          <a:off x="0" y="3672693"/>
          <a:ext cx="8994589" cy="604800"/>
        </a:xfrm>
        <a:prstGeom prst="rect">
          <a:avLst/>
        </a:prstGeom>
        <a:solidFill>
          <a:schemeClr val="lt1">
            <a:alpha val="90000"/>
            <a:hueOff val="0"/>
            <a:satOff val="0"/>
            <a:lumOff val="0"/>
            <a:alphaOff val="0"/>
          </a:schemeClr>
        </a:solidFill>
        <a:ln w="19050" cap="rnd" cmpd="sng" algn="ctr">
          <a:solidFill>
            <a:schemeClr val="accent2">
              <a:shade val="50000"/>
              <a:hueOff val="436821"/>
              <a:satOff val="-18256"/>
              <a:lumOff val="36493"/>
              <a:alphaOff val="0"/>
            </a:schemeClr>
          </a:solidFill>
          <a:prstDash val="solid"/>
        </a:ln>
        <a:effectLst/>
      </dsp:spPr>
      <dsp:style>
        <a:lnRef idx="2">
          <a:scrgbClr r="0" g="0" b="0"/>
        </a:lnRef>
        <a:fillRef idx="1">
          <a:scrgbClr r="0" g="0" b="0"/>
        </a:fillRef>
        <a:effectRef idx="0">
          <a:scrgbClr r="0" g="0" b="0"/>
        </a:effectRef>
        <a:fontRef idx="minor"/>
      </dsp:style>
    </dsp:sp>
    <dsp:sp modelId="{9F5568DA-6DCD-4095-B47B-CCF4B70B2D3B}">
      <dsp:nvSpPr>
        <dsp:cNvPr id="0" name=""/>
        <dsp:cNvSpPr/>
      </dsp:nvSpPr>
      <dsp:spPr>
        <a:xfrm>
          <a:off x="449729" y="3318453"/>
          <a:ext cx="6296212" cy="708480"/>
        </a:xfrm>
        <a:prstGeom prst="roundRect">
          <a:avLst/>
        </a:prstGeom>
        <a:solidFill>
          <a:schemeClr val="accent2">
            <a:shade val="50000"/>
            <a:hueOff val="463575"/>
            <a:satOff val="-19276"/>
            <a:lumOff val="399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982" tIns="0" rIns="237982" bIns="0" numCol="1" spcCol="1270" anchor="ctr" anchorCtr="0">
          <a:noAutofit/>
        </a:bodyPr>
        <a:lstStyle/>
        <a:p>
          <a:pPr marL="0" lvl="0" indent="0" algn="l" defTabSz="800100">
            <a:lnSpc>
              <a:spcPct val="90000"/>
            </a:lnSpc>
            <a:spcBef>
              <a:spcPct val="0"/>
            </a:spcBef>
            <a:spcAft>
              <a:spcPct val="35000"/>
            </a:spcAft>
            <a:buNone/>
          </a:pPr>
          <a:r>
            <a:rPr lang="en-US" sz="1800" b="1" kern="1200" dirty="0" err="1">
              <a:solidFill>
                <a:schemeClr val="accent2">
                  <a:lumMod val="50000"/>
                </a:schemeClr>
              </a:solidFill>
            </a:rPr>
            <a:t>Scipy</a:t>
          </a:r>
          <a:br>
            <a:rPr lang="en-US" sz="900" kern="1200" dirty="0">
              <a:solidFill>
                <a:schemeClr val="accent2">
                  <a:lumMod val="50000"/>
                </a:schemeClr>
              </a:solidFill>
            </a:rPr>
          </a:br>
          <a:r>
            <a:rPr lang="en-US" sz="1600" kern="1200" dirty="0">
              <a:solidFill>
                <a:schemeClr val="accent2">
                  <a:lumMod val="50000"/>
                </a:schemeClr>
              </a:solidFill>
            </a:rPr>
            <a:t>Statistical testing and hypothesis analysis</a:t>
          </a:r>
          <a:br>
            <a:rPr lang="en-US" sz="900" kern="1200" dirty="0">
              <a:solidFill>
                <a:schemeClr val="accent2">
                  <a:lumMod val="50000"/>
                </a:schemeClr>
              </a:solidFill>
            </a:rPr>
          </a:br>
          <a:endParaRPr lang="en-IN" sz="900" kern="1200" dirty="0">
            <a:solidFill>
              <a:schemeClr val="accent2">
                <a:lumMod val="50000"/>
              </a:schemeClr>
            </a:solidFill>
          </a:endParaRPr>
        </a:p>
      </dsp:txBody>
      <dsp:txXfrm>
        <a:off x="484314" y="3353038"/>
        <a:ext cx="6227042" cy="639310"/>
      </dsp:txXfrm>
    </dsp:sp>
    <dsp:sp modelId="{05F2D685-B9D7-4B9C-8C2A-C788A9F7E257}">
      <dsp:nvSpPr>
        <dsp:cNvPr id="0" name=""/>
        <dsp:cNvSpPr/>
      </dsp:nvSpPr>
      <dsp:spPr>
        <a:xfrm>
          <a:off x="0" y="4761333"/>
          <a:ext cx="8994589" cy="604800"/>
        </a:xfrm>
        <a:prstGeom prst="rect">
          <a:avLst/>
        </a:prstGeom>
        <a:solidFill>
          <a:schemeClr val="lt1">
            <a:alpha val="90000"/>
            <a:hueOff val="0"/>
            <a:satOff val="0"/>
            <a:lumOff val="0"/>
            <a:alphaOff val="0"/>
          </a:schemeClr>
        </a:solidFill>
        <a:ln w="19050" cap="rnd" cmpd="sng" algn="ctr">
          <a:solidFill>
            <a:schemeClr val="accent2">
              <a:shade val="50000"/>
              <a:hueOff val="218410"/>
              <a:satOff val="-9128"/>
              <a:lumOff val="18246"/>
              <a:alphaOff val="0"/>
            </a:schemeClr>
          </a:solidFill>
          <a:prstDash val="solid"/>
        </a:ln>
        <a:effectLst/>
      </dsp:spPr>
      <dsp:style>
        <a:lnRef idx="2">
          <a:scrgbClr r="0" g="0" b="0"/>
        </a:lnRef>
        <a:fillRef idx="1">
          <a:scrgbClr r="0" g="0" b="0"/>
        </a:fillRef>
        <a:effectRef idx="0">
          <a:scrgbClr r="0" g="0" b="0"/>
        </a:effectRef>
        <a:fontRef idx="minor"/>
      </dsp:style>
    </dsp:sp>
    <dsp:sp modelId="{5E6D2131-49F4-4A7D-8230-3252A2A1DF4F}">
      <dsp:nvSpPr>
        <dsp:cNvPr id="0" name=""/>
        <dsp:cNvSpPr/>
      </dsp:nvSpPr>
      <dsp:spPr>
        <a:xfrm>
          <a:off x="449729" y="4407093"/>
          <a:ext cx="6296212" cy="708480"/>
        </a:xfrm>
        <a:prstGeom prst="roundRect">
          <a:avLst/>
        </a:prstGeom>
        <a:solidFill>
          <a:schemeClr val="accent2">
            <a:shade val="50000"/>
            <a:hueOff val="231788"/>
            <a:satOff val="-9638"/>
            <a:lumOff val="1997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982" tIns="0" rIns="237982" bIns="0" numCol="1" spcCol="1270" anchor="ctr" anchorCtr="0">
          <a:noAutofit/>
        </a:bodyPr>
        <a:lstStyle/>
        <a:p>
          <a:pPr marL="0" lvl="0" indent="0" algn="l" defTabSz="800100">
            <a:lnSpc>
              <a:spcPct val="90000"/>
            </a:lnSpc>
            <a:spcBef>
              <a:spcPct val="0"/>
            </a:spcBef>
            <a:spcAft>
              <a:spcPct val="35000"/>
            </a:spcAft>
            <a:buNone/>
          </a:pPr>
          <a:r>
            <a:rPr lang="en-US" sz="1800" b="1" kern="1200"/>
            <a:t>Jupyter Notebook</a:t>
          </a:r>
          <a:br>
            <a:rPr lang="en-US" sz="900" kern="1200"/>
          </a:br>
          <a:r>
            <a:rPr lang="en-US" sz="1600" kern="1200"/>
            <a:t>Analysis, visualization and project documentation</a:t>
          </a:r>
          <a:endParaRPr lang="en-IN" sz="1600" kern="1200" dirty="0"/>
        </a:p>
      </dsp:txBody>
      <dsp:txXfrm>
        <a:off x="484314" y="4441678"/>
        <a:ext cx="6227042" cy="6393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8D899-A57B-466F-A93B-287D5410684A}">
      <dsp:nvSpPr>
        <dsp:cNvPr id="0" name=""/>
        <dsp:cNvSpPr/>
      </dsp:nvSpPr>
      <dsp:spPr>
        <a:xfrm>
          <a:off x="243413" y="7338"/>
          <a:ext cx="1090969" cy="1001051"/>
        </a:xfrm>
        <a:prstGeom prst="roundRect">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accent1">
                  <a:lumMod val="20000"/>
                  <a:lumOff val="80000"/>
                </a:schemeClr>
              </a:solidFill>
            </a:rPr>
            <a:t>4,000</a:t>
          </a:r>
          <a:br>
            <a:rPr lang="en-US" sz="1800" kern="1200" dirty="0">
              <a:solidFill>
                <a:schemeClr val="accent1">
                  <a:lumMod val="20000"/>
                  <a:lumOff val="80000"/>
                </a:schemeClr>
              </a:solidFill>
            </a:rPr>
          </a:br>
          <a:r>
            <a:rPr lang="en-US" sz="1200" kern="1200" dirty="0">
              <a:solidFill>
                <a:schemeClr val="accent1">
                  <a:lumMod val="20000"/>
                  <a:lumOff val="80000"/>
                </a:schemeClr>
              </a:solidFill>
            </a:rPr>
            <a:t>Rows</a:t>
          </a:r>
          <a:endParaRPr lang="en-IN" sz="1800" kern="1200" dirty="0">
            <a:solidFill>
              <a:schemeClr val="accent1">
                <a:lumMod val="20000"/>
                <a:lumOff val="80000"/>
              </a:schemeClr>
            </a:solidFill>
          </a:endParaRPr>
        </a:p>
      </dsp:txBody>
      <dsp:txXfrm>
        <a:off x="292280" y="56205"/>
        <a:ext cx="993235" cy="903317"/>
      </dsp:txXfrm>
    </dsp:sp>
    <dsp:sp modelId="{B7A4B1B3-E652-4E90-AA99-268E28540E34}">
      <dsp:nvSpPr>
        <dsp:cNvPr id="0" name=""/>
        <dsp:cNvSpPr/>
      </dsp:nvSpPr>
      <dsp:spPr>
        <a:xfrm>
          <a:off x="1443490" y="0"/>
          <a:ext cx="1090969" cy="1014922"/>
        </a:xfrm>
        <a:prstGeom prst="roundRect">
          <a:avLst/>
        </a:prstGeom>
        <a:solidFill>
          <a:schemeClr val="accent1">
            <a:shade val="50000"/>
            <a:hueOff val="122340"/>
            <a:satOff val="16152"/>
            <a:lumOff val="1890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28</a:t>
          </a:r>
          <a:br>
            <a:rPr lang="en-US" sz="1800" kern="1200" dirty="0"/>
          </a:br>
          <a:r>
            <a:rPr lang="en-US" sz="1200" kern="1200" dirty="0"/>
            <a:t>Columns</a:t>
          </a:r>
          <a:endParaRPr lang="en-IN" sz="1800" kern="1200" dirty="0"/>
        </a:p>
      </dsp:txBody>
      <dsp:txXfrm>
        <a:off x="1493034" y="49544"/>
        <a:ext cx="991881" cy="915834"/>
      </dsp:txXfrm>
    </dsp:sp>
    <dsp:sp modelId="{A230DE94-F3A2-4794-971F-248315D4B33B}">
      <dsp:nvSpPr>
        <dsp:cNvPr id="0" name=""/>
        <dsp:cNvSpPr/>
      </dsp:nvSpPr>
      <dsp:spPr>
        <a:xfrm>
          <a:off x="2643545" y="402"/>
          <a:ext cx="1090969" cy="1014922"/>
        </a:xfrm>
        <a:prstGeom prst="roundRect">
          <a:avLst/>
        </a:prstGeom>
        <a:solidFill>
          <a:schemeClr val="accent1">
            <a:shade val="50000"/>
            <a:hueOff val="244679"/>
            <a:satOff val="32304"/>
            <a:lumOff val="3781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accent2">
                  <a:lumMod val="50000"/>
                </a:schemeClr>
              </a:solidFill>
            </a:rPr>
            <a:t>3</a:t>
          </a:r>
          <a:br>
            <a:rPr lang="en-US" sz="1800" kern="1200" dirty="0">
              <a:solidFill>
                <a:schemeClr val="accent2">
                  <a:lumMod val="50000"/>
                </a:schemeClr>
              </a:solidFill>
            </a:rPr>
          </a:br>
          <a:r>
            <a:rPr lang="en-US" sz="1200" kern="1200" dirty="0">
              <a:solidFill>
                <a:schemeClr val="accent2">
                  <a:lumMod val="50000"/>
                </a:schemeClr>
              </a:solidFill>
            </a:rPr>
            <a:t>Columns with missing values</a:t>
          </a:r>
          <a:endParaRPr lang="en-IN" sz="1800" kern="1200" dirty="0">
            <a:solidFill>
              <a:schemeClr val="accent2">
                <a:lumMod val="50000"/>
              </a:schemeClr>
            </a:solidFill>
          </a:endParaRPr>
        </a:p>
      </dsp:txBody>
      <dsp:txXfrm>
        <a:off x="2693089" y="49946"/>
        <a:ext cx="991881" cy="915834"/>
      </dsp:txXfrm>
    </dsp:sp>
    <dsp:sp modelId="{98346ECB-4218-42C2-BADB-4637F1DEC029}">
      <dsp:nvSpPr>
        <dsp:cNvPr id="0" name=""/>
        <dsp:cNvSpPr/>
      </dsp:nvSpPr>
      <dsp:spPr>
        <a:xfrm>
          <a:off x="3843612" y="0"/>
          <a:ext cx="1090969" cy="1015648"/>
        </a:xfrm>
        <a:prstGeom prst="roundRect">
          <a:avLst/>
        </a:prstGeom>
        <a:solidFill>
          <a:schemeClr val="accent1">
            <a:shade val="50000"/>
            <a:hueOff val="122340"/>
            <a:satOff val="16152"/>
            <a:lumOff val="1890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accent2">
                  <a:lumMod val="75000"/>
                </a:schemeClr>
              </a:solidFill>
            </a:rPr>
            <a:t>&lt;1.2%</a:t>
          </a:r>
          <a:r>
            <a:rPr lang="en-US" sz="1800" kern="1200" dirty="0">
              <a:solidFill>
                <a:schemeClr val="accent2">
                  <a:lumMod val="75000"/>
                </a:schemeClr>
              </a:solidFill>
            </a:rPr>
            <a:t>	</a:t>
          </a:r>
          <a:br>
            <a:rPr lang="en-US" sz="1800" kern="1200" dirty="0">
              <a:solidFill>
                <a:schemeClr val="accent2">
                  <a:lumMod val="75000"/>
                </a:schemeClr>
              </a:solidFill>
            </a:rPr>
          </a:br>
          <a:r>
            <a:rPr lang="en-US" sz="1200" kern="1200" dirty="0">
              <a:solidFill>
                <a:schemeClr val="accent2">
                  <a:lumMod val="75000"/>
                </a:schemeClr>
              </a:solidFill>
            </a:rPr>
            <a:t>Max missing rate</a:t>
          </a:r>
          <a:endParaRPr lang="en-IN" sz="1800" kern="1200" dirty="0">
            <a:solidFill>
              <a:schemeClr val="accent2">
                <a:lumMod val="75000"/>
              </a:schemeClr>
            </a:solidFill>
          </a:endParaRPr>
        </a:p>
      </dsp:txBody>
      <dsp:txXfrm>
        <a:off x="3893192" y="49580"/>
        <a:ext cx="991809" cy="9164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575E3-3DCD-4D44-B762-6FEF073DFFAE}">
      <dsp:nvSpPr>
        <dsp:cNvPr id="0" name=""/>
        <dsp:cNvSpPr/>
      </dsp:nvSpPr>
      <dsp:spPr>
        <a:xfrm>
          <a:off x="739189" y="782"/>
          <a:ext cx="2017873" cy="1614298"/>
        </a:xfrm>
        <a:prstGeom prst="rect">
          <a:avLst/>
        </a:prstGeom>
        <a:solidFill>
          <a:schemeClr val="accent2">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676533-A666-4DAB-A86F-6B13D9593D63}">
      <dsp:nvSpPr>
        <dsp:cNvPr id="0" name=""/>
        <dsp:cNvSpPr/>
      </dsp:nvSpPr>
      <dsp:spPr>
        <a:xfrm>
          <a:off x="920797" y="1453651"/>
          <a:ext cx="1795907" cy="565004"/>
        </a:xfrm>
        <a:prstGeom prst="wedgeRectCallout">
          <a:avLst>
            <a:gd name="adj1" fmla="val 20250"/>
            <a:gd name="adj2" fmla="val -60700"/>
          </a:avLst>
        </a:prstGeom>
        <a:solidFill>
          <a:schemeClr val="accent2">
            <a:alpha val="9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Kharif</a:t>
          </a:r>
          <a:endParaRPr lang="en-IN" sz="2000" kern="1200" dirty="0"/>
        </a:p>
      </dsp:txBody>
      <dsp:txXfrm>
        <a:off x="920797" y="1453651"/>
        <a:ext cx="1795907" cy="565004"/>
      </dsp:txXfrm>
    </dsp:sp>
    <dsp:sp modelId="{DF84FB27-B331-4664-8680-7EF209375387}">
      <dsp:nvSpPr>
        <dsp:cNvPr id="0" name=""/>
        <dsp:cNvSpPr/>
      </dsp:nvSpPr>
      <dsp:spPr>
        <a:xfrm>
          <a:off x="2958850" y="782"/>
          <a:ext cx="2017873" cy="1614298"/>
        </a:xfrm>
        <a:prstGeom prst="rect">
          <a:avLst/>
        </a:prstGeom>
        <a:solidFill>
          <a:schemeClr val="accent2">
            <a:tint val="50000"/>
            <a:hueOff val="36567"/>
            <a:satOff val="-1526"/>
            <a:lumOff val="577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7AE046-516C-4AE5-8A16-08C4CF638B75}">
      <dsp:nvSpPr>
        <dsp:cNvPr id="0" name=""/>
        <dsp:cNvSpPr/>
      </dsp:nvSpPr>
      <dsp:spPr>
        <a:xfrm>
          <a:off x="3140458" y="1453651"/>
          <a:ext cx="1795907" cy="565004"/>
        </a:xfrm>
        <a:prstGeom prst="wedgeRectCallout">
          <a:avLst>
            <a:gd name="adj1" fmla="val 20250"/>
            <a:gd name="adj2" fmla="val -60700"/>
          </a:avLst>
        </a:prstGeom>
        <a:solidFill>
          <a:schemeClr val="accent2">
            <a:alpha val="90000"/>
            <a:hueOff val="0"/>
            <a:satOff val="0"/>
            <a:lumOff val="0"/>
            <a:alphaOff val="-2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Rabi</a:t>
          </a:r>
          <a:endParaRPr lang="en-IN" sz="2000" kern="1200" dirty="0"/>
        </a:p>
      </dsp:txBody>
      <dsp:txXfrm>
        <a:off x="3140458" y="1453651"/>
        <a:ext cx="1795907" cy="565004"/>
      </dsp:txXfrm>
    </dsp:sp>
    <dsp:sp modelId="{0CC4A8EB-919C-4259-A694-7A68140A8816}">
      <dsp:nvSpPr>
        <dsp:cNvPr id="0" name=""/>
        <dsp:cNvSpPr/>
      </dsp:nvSpPr>
      <dsp:spPr>
        <a:xfrm>
          <a:off x="1849019" y="2220443"/>
          <a:ext cx="2017873" cy="1614298"/>
        </a:xfrm>
        <a:prstGeom prst="rect">
          <a:avLst/>
        </a:prstGeom>
        <a:solidFill>
          <a:schemeClr val="accent2">
            <a:tint val="50000"/>
            <a:hueOff val="73133"/>
            <a:satOff val="-3053"/>
            <a:lumOff val="1155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AF83B4-6B14-480C-B5F5-D238D4A03A14}">
      <dsp:nvSpPr>
        <dsp:cNvPr id="0" name=""/>
        <dsp:cNvSpPr/>
      </dsp:nvSpPr>
      <dsp:spPr>
        <a:xfrm>
          <a:off x="2030628" y="3673312"/>
          <a:ext cx="1795907" cy="565004"/>
        </a:xfrm>
        <a:prstGeom prst="wedgeRectCallout">
          <a:avLst>
            <a:gd name="adj1" fmla="val 20250"/>
            <a:gd name="adj2" fmla="val -60700"/>
          </a:avLst>
        </a:prstGeom>
        <a:solidFill>
          <a:schemeClr val="accent2">
            <a:alpha val="90000"/>
            <a:hueOff val="0"/>
            <a:satOff val="0"/>
            <a:lumOff val="0"/>
            <a:alphaOff val="-4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Zaid</a:t>
          </a:r>
          <a:endParaRPr lang="en-IN" sz="2000" kern="1200" dirty="0"/>
        </a:p>
      </dsp:txBody>
      <dsp:txXfrm>
        <a:off x="2030628" y="3673312"/>
        <a:ext cx="1795907" cy="5650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8D899-A57B-466F-A93B-287D5410684A}">
      <dsp:nvSpPr>
        <dsp:cNvPr id="0" name=""/>
        <dsp:cNvSpPr/>
      </dsp:nvSpPr>
      <dsp:spPr>
        <a:xfrm>
          <a:off x="518" y="1968"/>
          <a:ext cx="2022967" cy="1213780"/>
        </a:xfrm>
        <a:prstGeom prst="roundRect">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1">
                  <a:lumMod val="20000"/>
                  <a:lumOff val="80000"/>
                </a:schemeClr>
              </a:solidFill>
            </a:rPr>
            <a:t>FLOOD</a:t>
          </a:r>
          <a:br>
            <a:rPr lang="en-US" sz="1800" kern="1200" dirty="0">
              <a:solidFill>
                <a:schemeClr val="accent1">
                  <a:lumMod val="20000"/>
                  <a:lumOff val="80000"/>
                </a:schemeClr>
              </a:solidFill>
            </a:rPr>
          </a:br>
          <a:r>
            <a:rPr lang="en-US" sz="1400" kern="1200" dirty="0">
              <a:solidFill>
                <a:schemeClr val="accent1">
                  <a:lumMod val="20000"/>
                  <a:lumOff val="80000"/>
                </a:schemeClr>
              </a:solidFill>
            </a:rPr>
            <a:t>Highest water use</a:t>
          </a:r>
          <a:br>
            <a:rPr lang="en-US" sz="1400" kern="1200" dirty="0">
              <a:solidFill>
                <a:schemeClr val="accent1">
                  <a:lumMod val="20000"/>
                  <a:lumOff val="80000"/>
                </a:schemeClr>
              </a:solidFill>
            </a:rPr>
          </a:br>
          <a:r>
            <a:rPr lang="en-US" sz="1400" kern="1200" dirty="0">
              <a:solidFill>
                <a:schemeClr val="accent1">
                  <a:lumMod val="20000"/>
                  <a:lumOff val="80000"/>
                </a:schemeClr>
              </a:solidFill>
            </a:rPr>
            <a:t>Median water use: </a:t>
          </a:r>
          <a:r>
            <a:rPr lang="en-IN" sz="1400" b="1" kern="1200" dirty="0"/>
            <a:t>6,326 m³</a:t>
          </a:r>
          <a:endParaRPr lang="en-IN" sz="1800" kern="1200" dirty="0">
            <a:solidFill>
              <a:schemeClr val="accent1">
                <a:lumMod val="20000"/>
                <a:lumOff val="80000"/>
              </a:schemeClr>
            </a:solidFill>
          </a:endParaRPr>
        </a:p>
      </dsp:txBody>
      <dsp:txXfrm>
        <a:off x="59770" y="61220"/>
        <a:ext cx="1904463" cy="1095276"/>
      </dsp:txXfrm>
    </dsp:sp>
    <dsp:sp modelId="{B7A4B1B3-E652-4E90-AA99-268E28540E34}">
      <dsp:nvSpPr>
        <dsp:cNvPr id="0" name=""/>
        <dsp:cNvSpPr/>
      </dsp:nvSpPr>
      <dsp:spPr>
        <a:xfrm>
          <a:off x="2225783" y="1968"/>
          <a:ext cx="2022967" cy="1213780"/>
        </a:xfrm>
        <a:prstGeom prst="roundRect">
          <a:avLst/>
        </a:prstGeom>
        <a:solidFill>
          <a:schemeClr val="accent1">
            <a:shade val="50000"/>
            <a:hueOff val="122340"/>
            <a:satOff val="16152"/>
            <a:lumOff val="1890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RAINFED</a:t>
          </a:r>
          <a:br>
            <a:rPr lang="en-US" sz="2100" kern="1200" dirty="0"/>
          </a:br>
          <a:r>
            <a:rPr lang="en-US" sz="1400" kern="1200" dirty="0"/>
            <a:t>Highest water efficiency</a:t>
          </a:r>
          <a:br>
            <a:rPr lang="en-US" sz="1400" kern="1200" dirty="0"/>
          </a:br>
          <a:r>
            <a:rPr lang="en-US" sz="1400" kern="1200" dirty="0"/>
            <a:t>Median efficiency: </a:t>
          </a:r>
          <a:r>
            <a:rPr lang="en-IN" sz="1400" b="1" kern="1200" dirty="0"/>
            <a:t>4.58 t/1,000 m³</a:t>
          </a:r>
          <a:endParaRPr lang="en-IN" sz="2400" kern="1200" dirty="0"/>
        </a:p>
      </dsp:txBody>
      <dsp:txXfrm>
        <a:off x="2285035" y="61220"/>
        <a:ext cx="1904463" cy="1095276"/>
      </dsp:txXfrm>
    </dsp:sp>
    <dsp:sp modelId="{A230DE94-F3A2-4794-971F-248315D4B33B}">
      <dsp:nvSpPr>
        <dsp:cNvPr id="0" name=""/>
        <dsp:cNvSpPr/>
      </dsp:nvSpPr>
      <dsp:spPr>
        <a:xfrm>
          <a:off x="518" y="1418046"/>
          <a:ext cx="2022967" cy="1213780"/>
        </a:xfrm>
        <a:prstGeom prst="roundRect">
          <a:avLst/>
        </a:prstGeom>
        <a:solidFill>
          <a:schemeClr val="accent1">
            <a:shade val="50000"/>
            <a:hueOff val="244679"/>
            <a:satOff val="32304"/>
            <a:lumOff val="3781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lumMod val="50000"/>
                </a:schemeClr>
              </a:solidFill>
            </a:rPr>
            <a:t>DRIP</a:t>
          </a:r>
          <a:br>
            <a:rPr lang="en-US" sz="2100" kern="1200" dirty="0">
              <a:solidFill>
                <a:schemeClr val="accent2">
                  <a:lumMod val="50000"/>
                </a:schemeClr>
              </a:solidFill>
            </a:rPr>
          </a:br>
          <a:r>
            <a:rPr lang="en-US" sz="1400" kern="1200" dirty="0">
              <a:solidFill>
                <a:schemeClr val="accent2">
                  <a:lumMod val="50000"/>
                </a:schemeClr>
              </a:solidFill>
            </a:rPr>
            <a:t>Strong overall balance </a:t>
          </a:r>
          <a:br>
            <a:rPr lang="en-US" sz="1400" kern="1200" dirty="0">
              <a:solidFill>
                <a:schemeClr val="accent2">
                  <a:lumMod val="50000"/>
                </a:schemeClr>
              </a:solidFill>
            </a:rPr>
          </a:br>
          <a:r>
            <a:rPr lang="en-US" sz="1400" kern="1200" dirty="0">
              <a:solidFill>
                <a:schemeClr val="accent2">
                  <a:lumMod val="50000"/>
                </a:schemeClr>
              </a:solidFill>
            </a:rPr>
            <a:t>Median yield: </a:t>
          </a:r>
          <a:r>
            <a:rPr lang="en-IN" sz="1400" b="0" kern="1200" dirty="0">
              <a:solidFill>
                <a:srgbClr val="174261"/>
              </a:solidFill>
            </a:rPr>
            <a:t>1.94 t/ha</a:t>
          </a:r>
          <a:endParaRPr lang="en-IN" sz="1800" b="0" kern="1200" dirty="0">
            <a:solidFill>
              <a:srgbClr val="174261"/>
            </a:solidFill>
          </a:endParaRPr>
        </a:p>
      </dsp:txBody>
      <dsp:txXfrm>
        <a:off x="59770" y="1477298"/>
        <a:ext cx="1904463" cy="1095276"/>
      </dsp:txXfrm>
    </dsp:sp>
    <dsp:sp modelId="{98346ECB-4218-42C2-BADB-4637F1DEC029}">
      <dsp:nvSpPr>
        <dsp:cNvPr id="0" name=""/>
        <dsp:cNvSpPr/>
      </dsp:nvSpPr>
      <dsp:spPr>
        <a:xfrm>
          <a:off x="2225783" y="1418046"/>
          <a:ext cx="2022967" cy="1213780"/>
        </a:xfrm>
        <a:prstGeom prst="roundRect">
          <a:avLst/>
        </a:prstGeom>
        <a:solidFill>
          <a:schemeClr val="accent1">
            <a:shade val="50000"/>
            <a:hueOff val="122340"/>
            <a:satOff val="16152"/>
            <a:lumOff val="1890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lumMod val="75000"/>
                </a:schemeClr>
              </a:solidFill>
            </a:rPr>
            <a:t>SPRINKLER</a:t>
          </a:r>
          <a:br>
            <a:rPr lang="en-US" sz="1700" kern="1200" dirty="0">
              <a:solidFill>
                <a:schemeClr val="accent2">
                  <a:lumMod val="75000"/>
                </a:schemeClr>
              </a:solidFill>
            </a:rPr>
          </a:br>
          <a:r>
            <a:rPr lang="en-US" sz="1400" kern="1200" dirty="0">
              <a:solidFill>
                <a:schemeClr val="accent2">
                  <a:lumMod val="75000"/>
                </a:schemeClr>
              </a:solidFill>
            </a:rPr>
            <a:t>Immediate performance</a:t>
          </a:r>
          <a:br>
            <a:rPr lang="en-US" sz="1400" kern="1200" dirty="0">
              <a:solidFill>
                <a:schemeClr val="accent2">
                  <a:lumMod val="75000"/>
                </a:schemeClr>
              </a:solidFill>
            </a:rPr>
          </a:br>
          <a:r>
            <a:rPr lang="en-US" sz="1400" kern="1200" dirty="0">
              <a:solidFill>
                <a:schemeClr val="accent2">
                  <a:lumMod val="75000"/>
                </a:schemeClr>
              </a:solidFill>
            </a:rPr>
            <a:t>Median efficiency: </a:t>
          </a:r>
          <a:r>
            <a:rPr lang="en-IN" sz="1400" b="0" kern="1200" dirty="0">
              <a:solidFill>
                <a:srgbClr val="236292"/>
              </a:solidFill>
            </a:rPr>
            <a:t>2.65 t/1,000 m³</a:t>
          </a:r>
        </a:p>
      </dsp:txBody>
      <dsp:txXfrm>
        <a:off x="2285035" y="1477298"/>
        <a:ext cx="1904463" cy="10952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7B46B-E6FB-414B-A8FA-CBD23812B1E2}">
      <dsp:nvSpPr>
        <dsp:cNvPr id="0" name=""/>
        <dsp:cNvSpPr/>
      </dsp:nvSpPr>
      <dsp:spPr>
        <a:xfrm rot="5400000">
          <a:off x="3100414" y="2263448"/>
          <a:ext cx="1962273" cy="1707178"/>
        </a:xfrm>
        <a:prstGeom prst="hexagon">
          <a:avLst>
            <a:gd name="adj" fmla="val 25000"/>
            <a:gd name="vf" fmla="val 115470"/>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dirty="0">
              <a:solidFill>
                <a:schemeClr val="bg1"/>
              </a:solidFill>
            </a:rPr>
            <a:t>Median Profit by Season</a:t>
          </a:r>
          <a:br>
            <a:rPr lang="en-IN" sz="1050" b="1" kern="1200" dirty="0">
              <a:solidFill>
                <a:schemeClr val="bg1"/>
              </a:solidFill>
            </a:rPr>
          </a:br>
          <a:r>
            <a:rPr lang="en-IN" sz="1050" kern="1200" dirty="0">
              <a:solidFill>
                <a:schemeClr val="bg1"/>
              </a:solidFill>
            </a:rPr>
            <a:t>Kharif → </a:t>
          </a:r>
          <a:r>
            <a:rPr lang="en-IN" sz="1050" b="1" kern="1200" dirty="0">
              <a:solidFill>
                <a:schemeClr val="bg1"/>
              </a:solidFill>
            </a:rPr>
            <a:t>₹38,808</a:t>
          </a:r>
          <a:br>
            <a:rPr lang="en-IN" sz="1050" kern="1200" dirty="0">
              <a:solidFill>
                <a:schemeClr val="bg1"/>
              </a:solidFill>
            </a:rPr>
          </a:br>
          <a:r>
            <a:rPr lang="en-IN" sz="1050" kern="1200" dirty="0">
              <a:solidFill>
                <a:schemeClr val="bg1"/>
              </a:solidFill>
            </a:rPr>
            <a:t>Rabi → </a:t>
          </a:r>
          <a:r>
            <a:rPr lang="en-IN" sz="1050" b="1" kern="1200" dirty="0">
              <a:solidFill>
                <a:schemeClr val="bg1"/>
              </a:solidFill>
            </a:rPr>
            <a:t>−₹3,187</a:t>
          </a:r>
          <a:br>
            <a:rPr lang="en-IN" sz="1050" kern="1200" dirty="0">
              <a:solidFill>
                <a:schemeClr val="bg1"/>
              </a:solidFill>
            </a:rPr>
          </a:br>
          <a:r>
            <a:rPr lang="en-IN" sz="1050" kern="1200" dirty="0">
              <a:solidFill>
                <a:schemeClr val="bg1"/>
              </a:solidFill>
            </a:rPr>
            <a:t>Zaid → </a:t>
          </a:r>
          <a:r>
            <a:rPr lang="en-IN" sz="1050" b="1" kern="1200" dirty="0">
              <a:solidFill>
                <a:schemeClr val="bg1"/>
              </a:solidFill>
            </a:rPr>
            <a:t>−₹62,144</a:t>
          </a:r>
          <a:endParaRPr lang="en-IN" sz="1050" kern="1200" dirty="0">
            <a:solidFill>
              <a:schemeClr val="bg1"/>
            </a:solidFill>
          </a:endParaRPr>
        </a:p>
      </dsp:txBody>
      <dsp:txXfrm rot="-5400000">
        <a:off x="3493996" y="2441689"/>
        <a:ext cx="1175108" cy="1350697"/>
      </dsp:txXfrm>
    </dsp:sp>
    <dsp:sp modelId="{DAF2D826-2DEF-4FDD-84B6-EBA8B3A29DBA}">
      <dsp:nvSpPr>
        <dsp:cNvPr id="0" name=""/>
        <dsp:cNvSpPr/>
      </dsp:nvSpPr>
      <dsp:spPr>
        <a:xfrm>
          <a:off x="4874287" y="2591579"/>
          <a:ext cx="2189897" cy="1177364"/>
        </a:xfrm>
        <a:prstGeom prst="rect">
          <a:avLst/>
        </a:prstGeom>
        <a:noFill/>
        <a:ln>
          <a:noFill/>
        </a:ln>
        <a:effectLst/>
      </dsp:spPr>
      <dsp:style>
        <a:lnRef idx="0">
          <a:scrgbClr r="0" g="0" b="0"/>
        </a:lnRef>
        <a:fillRef idx="0">
          <a:scrgbClr r="0" g="0" b="0"/>
        </a:fillRef>
        <a:effectRef idx="0">
          <a:scrgbClr r="0" g="0" b="0"/>
        </a:effectRef>
        <a:fontRef idx="minor"/>
      </dsp:style>
    </dsp:sp>
    <dsp:sp modelId="{2F299ADF-21BF-4F9A-9763-9BD18630167B}">
      <dsp:nvSpPr>
        <dsp:cNvPr id="0" name=""/>
        <dsp:cNvSpPr/>
      </dsp:nvSpPr>
      <dsp:spPr>
        <a:xfrm rot="5400000">
          <a:off x="1144005" y="2326672"/>
          <a:ext cx="1962273" cy="1707178"/>
        </a:xfrm>
        <a:prstGeom prst="hexagon">
          <a:avLst>
            <a:gd name="adj" fmla="val 25000"/>
            <a:gd name="vf" fmla="val 115470"/>
          </a:avLst>
        </a:prstGeom>
        <a:solidFill>
          <a:schemeClr val="accent1">
            <a:shade val="50000"/>
            <a:hueOff val="122340"/>
            <a:satOff val="16152"/>
            <a:lumOff val="1890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rot="-5400000">
        <a:off x="1537587" y="2504913"/>
        <a:ext cx="1175108" cy="1350697"/>
      </dsp:txXfrm>
    </dsp:sp>
    <dsp:sp modelId="{FC8BDD86-BD11-41BD-9E4D-0C9637719AEF}">
      <dsp:nvSpPr>
        <dsp:cNvPr id="0" name=""/>
        <dsp:cNvSpPr/>
      </dsp:nvSpPr>
      <dsp:spPr>
        <a:xfrm rot="5400000">
          <a:off x="2062349" y="3992250"/>
          <a:ext cx="1962273" cy="1707178"/>
        </a:xfrm>
        <a:prstGeom prst="hexagon">
          <a:avLst>
            <a:gd name="adj" fmla="val 25000"/>
            <a:gd name="vf" fmla="val 115470"/>
          </a:avLst>
        </a:prstGeom>
        <a:solidFill>
          <a:schemeClr val="accent1">
            <a:shade val="50000"/>
            <a:hueOff val="244679"/>
            <a:satOff val="32304"/>
            <a:lumOff val="3781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1" kern="1200" dirty="0">
              <a:solidFill>
                <a:schemeClr val="accent2">
                  <a:lumMod val="75000"/>
                </a:schemeClr>
              </a:solidFill>
            </a:rPr>
            <a:t>Profitable farms</a:t>
          </a:r>
          <a:br>
            <a:rPr lang="en-IN" sz="1100" b="1" kern="1200" dirty="0">
              <a:solidFill>
                <a:schemeClr val="accent2">
                  <a:lumMod val="75000"/>
                </a:schemeClr>
              </a:solidFill>
            </a:rPr>
          </a:br>
          <a:r>
            <a:rPr lang="en-IN" sz="1100" kern="1200" dirty="0">
              <a:solidFill>
                <a:schemeClr val="accent2">
                  <a:lumMod val="75000"/>
                </a:schemeClr>
              </a:solidFill>
            </a:rPr>
            <a:t>Kharif → </a:t>
          </a:r>
          <a:r>
            <a:rPr lang="en-IN" sz="1100" b="1" kern="1200" dirty="0">
              <a:solidFill>
                <a:schemeClr val="accent2">
                  <a:lumMod val="75000"/>
                </a:schemeClr>
              </a:solidFill>
            </a:rPr>
            <a:t>57.79%</a:t>
          </a:r>
          <a:br>
            <a:rPr lang="en-IN" sz="1100" kern="1200" dirty="0">
              <a:solidFill>
                <a:schemeClr val="accent2">
                  <a:lumMod val="75000"/>
                </a:schemeClr>
              </a:solidFill>
            </a:rPr>
          </a:br>
          <a:r>
            <a:rPr lang="en-IN" sz="1100" kern="1200" dirty="0">
              <a:solidFill>
                <a:schemeClr val="accent2">
                  <a:lumMod val="75000"/>
                </a:schemeClr>
              </a:solidFill>
            </a:rPr>
            <a:t>Rabi → </a:t>
          </a:r>
          <a:r>
            <a:rPr lang="en-IN" sz="1100" b="1" kern="1200" dirty="0">
              <a:solidFill>
                <a:schemeClr val="accent2">
                  <a:lumMod val="75000"/>
                </a:schemeClr>
              </a:solidFill>
            </a:rPr>
            <a:t>48.86%</a:t>
          </a:r>
          <a:br>
            <a:rPr lang="en-IN" sz="1100" kern="1200" dirty="0">
              <a:solidFill>
                <a:schemeClr val="accent2">
                  <a:lumMod val="75000"/>
                </a:schemeClr>
              </a:solidFill>
            </a:rPr>
          </a:br>
          <a:r>
            <a:rPr lang="en-IN" sz="1100" kern="1200" dirty="0">
              <a:solidFill>
                <a:schemeClr val="accent2">
                  <a:lumMod val="75000"/>
                </a:schemeClr>
              </a:solidFill>
            </a:rPr>
            <a:t>Zaid → </a:t>
          </a:r>
          <a:r>
            <a:rPr lang="en-IN" sz="1100" b="1" kern="1200" dirty="0">
              <a:solidFill>
                <a:schemeClr val="accent2">
                  <a:lumMod val="75000"/>
                </a:schemeClr>
              </a:solidFill>
            </a:rPr>
            <a:t>35.52%</a:t>
          </a:r>
          <a:endParaRPr lang="en-IN" sz="1100" kern="1200" dirty="0">
            <a:solidFill>
              <a:schemeClr val="accent2">
                <a:lumMod val="75000"/>
              </a:schemeClr>
            </a:solidFill>
          </a:endParaRPr>
        </a:p>
      </dsp:txBody>
      <dsp:txXfrm rot="-5400000">
        <a:off x="2455931" y="4170491"/>
        <a:ext cx="1175108" cy="1350697"/>
      </dsp:txXfrm>
    </dsp:sp>
    <dsp:sp modelId="{B086B932-8279-47D6-8D6D-98A24B02E2F7}">
      <dsp:nvSpPr>
        <dsp:cNvPr id="0" name=""/>
        <dsp:cNvSpPr/>
      </dsp:nvSpPr>
      <dsp:spPr>
        <a:xfrm>
          <a:off x="0" y="4257157"/>
          <a:ext cx="2119255" cy="1177364"/>
        </a:xfrm>
        <a:prstGeom prst="rect">
          <a:avLst/>
        </a:prstGeom>
        <a:noFill/>
        <a:ln>
          <a:noFill/>
        </a:ln>
        <a:effectLst/>
      </dsp:spPr>
      <dsp:style>
        <a:lnRef idx="0">
          <a:scrgbClr r="0" g="0" b="0"/>
        </a:lnRef>
        <a:fillRef idx="0">
          <a:scrgbClr r="0" g="0" b="0"/>
        </a:fillRef>
        <a:effectRef idx="0">
          <a:scrgbClr r="0" g="0" b="0"/>
        </a:effectRef>
        <a:fontRef idx="minor"/>
      </dsp:style>
    </dsp:sp>
    <dsp:sp modelId="{585BA356-E997-49CD-9002-51C164477EB5}">
      <dsp:nvSpPr>
        <dsp:cNvPr id="0" name=""/>
        <dsp:cNvSpPr/>
      </dsp:nvSpPr>
      <dsp:spPr>
        <a:xfrm rot="5400000">
          <a:off x="3906101" y="3992250"/>
          <a:ext cx="1962273" cy="1707178"/>
        </a:xfrm>
        <a:prstGeom prst="hexagon">
          <a:avLst>
            <a:gd name="adj" fmla="val 25000"/>
            <a:gd name="vf" fmla="val 115470"/>
          </a:avLst>
        </a:prstGeom>
        <a:solidFill>
          <a:schemeClr val="accent1">
            <a:shade val="50000"/>
            <a:hueOff val="122340"/>
            <a:satOff val="16152"/>
            <a:lumOff val="1890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rot="-5400000">
        <a:off x="4299683" y="4170491"/>
        <a:ext cx="1175108" cy="13506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E0E90-73CF-4811-9024-70B25DE17054}">
      <dsp:nvSpPr>
        <dsp:cNvPr id="0" name=""/>
        <dsp:cNvSpPr/>
      </dsp:nvSpPr>
      <dsp:spPr>
        <a:xfrm>
          <a:off x="274258" y="293227"/>
          <a:ext cx="4401550" cy="1375484"/>
        </a:xfrm>
        <a:prstGeom prst="rect">
          <a:avLst/>
        </a:prstGeom>
        <a:solidFill>
          <a:schemeClr val="lt1">
            <a:alpha val="4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31661" tIns="60960" rIns="60960" bIns="60960" numCol="1" spcCol="1270" anchor="ctr" anchorCtr="0">
          <a:noAutofit/>
        </a:bodyPr>
        <a:lstStyle/>
        <a:p>
          <a:pPr marL="0" lvl="0" indent="0" algn="l" defTabSz="711200">
            <a:lnSpc>
              <a:spcPct val="90000"/>
            </a:lnSpc>
            <a:spcBef>
              <a:spcPct val="0"/>
            </a:spcBef>
            <a:spcAft>
              <a:spcPct val="35000"/>
            </a:spcAft>
            <a:buClrTx/>
            <a:buSzTx/>
            <a:buFontTx/>
            <a:buNone/>
          </a:pPr>
          <a:r>
            <a:rPr kumimoji="0" lang="en-US" altLang="en-US" sz="1600" b="1" i="0" u="none" strike="noStrike" kern="1200" cap="none" normalizeH="0" baseline="0" dirty="0">
              <a:ln>
                <a:noFill/>
              </a:ln>
              <a:solidFill>
                <a:schemeClr val="tx1"/>
              </a:solidFill>
              <a:effectLst/>
              <a:latin typeface="+mn-lt"/>
            </a:rPr>
            <a:t>Kharif leads overall</a:t>
          </a:r>
          <a:br>
            <a:rPr kumimoji="0" lang="en-US" altLang="en-US" sz="1600" b="1" i="0" u="none" strike="noStrike" kern="1200" cap="none" normalizeH="0" baseline="0" dirty="0">
              <a:ln>
                <a:noFill/>
              </a:ln>
              <a:solidFill>
                <a:schemeClr val="tx1"/>
              </a:solidFill>
              <a:effectLst/>
              <a:latin typeface="+mn-lt"/>
            </a:rPr>
          </a:br>
          <a:r>
            <a:rPr kumimoji="0" lang="en-US" altLang="en-US" sz="1600" b="0" i="0" u="none" strike="noStrike" kern="1200" cap="none" normalizeH="0" baseline="0" dirty="0">
              <a:ln>
                <a:noFill/>
              </a:ln>
              <a:solidFill>
                <a:schemeClr val="tx1"/>
              </a:solidFill>
              <a:effectLst/>
              <a:latin typeface="+mn-lt"/>
            </a:rPr>
            <a:t>Highest median yield, revenue and profit, with the strongest share of profitable farms</a:t>
          </a:r>
          <a:endParaRPr lang="en-IN" sz="1600" kern="1200" dirty="0">
            <a:latin typeface="+mn-lt"/>
          </a:endParaRPr>
        </a:p>
      </dsp:txBody>
      <dsp:txXfrm>
        <a:off x="274258" y="293227"/>
        <a:ext cx="4401550" cy="1375484"/>
      </dsp:txXfrm>
    </dsp:sp>
    <dsp:sp modelId="{688A585F-28E7-4BE6-88AF-437A0D3752FE}">
      <dsp:nvSpPr>
        <dsp:cNvPr id="0" name=""/>
        <dsp:cNvSpPr/>
      </dsp:nvSpPr>
      <dsp:spPr>
        <a:xfrm>
          <a:off x="90860" y="94546"/>
          <a:ext cx="962839" cy="1444258"/>
        </a:xfrm>
        <a:prstGeom prst="rect">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0591B0-88B5-4C8F-B7C3-FC2E1B59672E}">
      <dsp:nvSpPr>
        <dsp:cNvPr id="0" name=""/>
        <dsp:cNvSpPr/>
      </dsp:nvSpPr>
      <dsp:spPr>
        <a:xfrm>
          <a:off x="5108788" y="293227"/>
          <a:ext cx="4401550" cy="1375484"/>
        </a:xfrm>
        <a:prstGeom prst="rect">
          <a:avLst/>
        </a:prstGeom>
        <a:solidFill>
          <a:schemeClr val="lt1">
            <a:alpha val="4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31661" tIns="60960" rIns="60960" bIns="60960" numCol="1" spcCol="1270" anchor="ctr" anchorCtr="0">
          <a:noAutofit/>
        </a:bodyPr>
        <a:lstStyle/>
        <a:p>
          <a:pPr marL="0" lvl="0" indent="0" algn="l" defTabSz="711200">
            <a:lnSpc>
              <a:spcPct val="90000"/>
            </a:lnSpc>
            <a:spcBef>
              <a:spcPct val="0"/>
            </a:spcBef>
            <a:spcAft>
              <a:spcPct val="35000"/>
            </a:spcAft>
            <a:buClrTx/>
            <a:buSzTx/>
            <a:buFontTx/>
            <a:buNone/>
          </a:pPr>
          <a:r>
            <a:rPr kumimoji="0" lang="en-US" altLang="en-US" sz="1600" b="1" i="0" u="none" strike="noStrike" kern="1200" cap="none" normalizeH="0" baseline="0" dirty="0">
              <a:ln>
                <a:noFill/>
              </a:ln>
              <a:solidFill>
                <a:schemeClr val="tx1"/>
              </a:solidFill>
              <a:effectLst/>
              <a:latin typeface="+mn-lt"/>
            </a:rPr>
            <a:t>Zaid is the weak point</a:t>
          </a:r>
          <a:br>
            <a:rPr kumimoji="0" lang="en-US" altLang="en-US" sz="1600" b="1" i="0" u="none" strike="noStrike" kern="1200" cap="none" normalizeH="0" baseline="0" dirty="0">
              <a:ln>
                <a:noFill/>
              </a:ln>
              <a:solidFill>
                <a:schemeClr val="tx1"/>
              </a:solidFill>
              <a:effectLst/>
              <a:latin typeface="+mn-lt"/>
            </a:rPr>
          </a:br>
          <a:r>
            <a:rPr kumimoji="0" lang="en-US" altLang="en-US" sz="1600" b="0" i="0" u="none" strike="noStrike" kern="1200" cap="none" normalizeH="0" baseline="0" dirty="0">
              <a:ln>
                <a:noFill/>
              </a:ln>
              <a:solidFill>
                <a:schemeClr val="tx1"/>
              </a:solidFill>
              <a:effectLst/>
              <a:latin typeface="+mn-lt"/>
            </a:rPr>
            <a:t>Lowest median yield, revenue, water efficiency and profit, with only 35.5% profitable farms</a:t>
          </a:r>
          <a:endParaRPr lang="en-IN" sz="1600" kern="1200" dirty="0">
            <a:latin typeface="+mn-lt"/>
          </a:endParaRPr>
        </a:p>
      </dsp:txBody>
      <dsp:txXfrm>
        <a:off x="5108788" y="293227"/>
        <a:ext cx="4401550" cy="1375484"/>
      </dsp:txXfrm>
    </dsp:sp>
    <dsp:sp modelId="{6D32FEDC-C384-4E8F-ACA3-48D173FC3AE5}">
      <dsp:nvSpPr>
        <dsp:cNvPr id="0" name=""/>
        <dsp:cNvSpPr/>
      </dsp:nvSpPr>
      <dsp:spPr>
        <a:xfrm>
          <a:off x="4925391" y="94546"/>
          <a:ext cx="962839" cy="1444258"/>
        </a:xfrm>
        <a:prstGeom prst="rect">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34605-06B6-4D93-A0D1-215EFEFCF45B}">
      <dsp:nvSpPr>
        <dsp:cNvPr id="0" name=""/>
        <dsp:cNvSpPr/>
      </dsp:nvSpPr>
      <dsp:spPr>
        <a:xfrm>
          <a:off x="274258" y="2024809"/>
          <a:ext cx="4401550" cy="1375484"/>
        </a:xfrm>
        <a:prstGeom prst="rect">
          <a:avLst/>
        </a:prstGeom>
        <a:solidFill>
          <a:schemeClr val="lt1">
            <a:alpha val="4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31661" tIns="60960" rIns="60960" bIns="60960" numCol="1" spcCol="1270" anchor="ctr" anchorCtr="0">
          <a:noAutofit/>
        </a:bodyPr>
        <a:lstStyle/>
        <a:p>
          <a:pPr marL="0" lvl="0" indent="0" algn="l" defTabSz="711200">
            <a:lnSpc>
              <a:spcPct val="90000"/>
            </a:lnSpc>
            <a:spcBef>
              <a:spcPct val="0"/>
            </a:spcBef>
            <a:spcAft>
              <a:spcPct val="35000"/>
            </a:spcAft>
            <a:buClrTx/>
            <a:buSzTx/>
            <a:buFontTx/>
            <a:buNone/>
          </a:pPr>
          <a:r>
            <a:rPr kumimoji="0" lang="en-US" altLang="en-US" sz="1600" b="1" i="0" u="none" strike="noStrike" kern="1200" cap="none" normalizeH="0" baseline="0" dirty="0">
              <a:ln>
                <a:noFill/>
              </a:ln>
              <a:solidFill>
                <a:schemeClr val="tx1"/>
              </a:solidFill>
              <a:effectLst/>
              <a:latin typeface="+mn-lt"/>
            </a:rPr>
            <a:t>Crop type matters</a:t>
          </a:r>
          <a:br>
            <a:rPr kumimoji="0" lang="en-US" altLang="en-US" sz="1600" b="1" i="0" u="none" strike="noStrike" kern="1200" cap="none" normalizeH="0" baseline="0" dirty="0">
              <a:ln>
                <a:noFill/>
              </a:ln>
              <a:solidFill>
                <a:schemeClr val="tx1"/>
              </a:solidFill>
              <a:effectLst/>
              <a:latin typeface="+mn-lt"/>
            </a:rPr>
          </a:br>
          <a:r>
            <a:rPr kumimoji="0" lang="en-US" altLang="en-US" sz="1600" b="0" i="0" u="none" strike="noStrike" kern="1200" cap="none" normalizeH="0" baseline="0" dirty="0">
              <a:ln>
                <a:noFill/>
              </a:ln>
              <a:solidFill>
                <a:schemeClr val="tx1"/>
              </a:solidFill>
              <a:effectLst/>
              <a:latin typeface="+mn-lt"/>
            </a:rPr>
            <a:t>Sugarcane's yield is substantially higher than every other crop in the dataset</a:t>
          </a:r>
          <a:endParaRPr lang="en-IN" sz="1600" kern="1200" dirty="0">
            <a:latin typeface="+mn-lt"/>
          </a:endParaRPr>
        </a:p>
      </dsp:txBody>
      <dsp:txXfrm>
        <a:off x="274258" y="2024809"/>
        <a:ext cx="4401550" cy="1375484"/>
      </dsp:txXfrm>
    </dsp:sp>
    <dsp:sp modelId="{275A35D6-5D44-4DEB-9378-137FB241C17A}">
      <dsp:nvSpPr>
        <dsp:cNvPr id="0" name=""/>
        <dsp:cNvSpPr/>
      </dsp:nvSpPr>
      <dsp:spPr>
        <a:xfrm>
          <a:off x="90860" y="1826128"/>
          <a:ext cx="962839" cy="1444258"/>
        </a:xfrm>
        <a:prstGeom prst="rect">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2ABFDF-F8C5-4193-8D11-A7715AC225B1}">
      <dsp:nvSpPr>
        <dsp:cNvPr id="0" name=""/>
        <dsp:cNvSpPr/>
      </dsp:nvSpPr>
      <dsp:spPr>
        <a:xfrm>
          <a:off x="5108788" y="2024809"/>
          <a:ext cx="4401550" cy="1375484"/>
        </a:xfrm>
        <a:prstGeom prst="rect">
          <a:avLst/>
        </a:prstGeom>
        <a:solidFill>
          <a:schemeClr val="lt1">
            <a:alpha val="4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31661" tIns="60960" rIns="60960" bIns="60960" numCol="1" spcCol="1270" anchor="ctr" anchorCtr="0">
          <a:noAutofit/>
        </a:bodyPr>
        <a:lstStyle/>
        <a:p>
          <a:pPr marL="0" lvl="0" indent="0" algn="l" defTabSz="711200">
            <a:lnSpc>
              <a:spcPct val="90000"/>
            </a:lnSpc>
            <a:spcBef>
              <a:spcPct val="0"/>
            </a:spcBef>
            <a:spcAft>
              <a:spcPct val="35000"/>
            </a:spcAft>
            <a:buClrTx/>
            <a:buSzTx/>
            <a:buFontTx/>
            <a:buNone/>
          </a:pPr>
          <a:r>
            <a:rPr kumimoji="0" lang="en-US" altLang="en-US" sz="1600" b="1" i="0" u="none" strike="noStrike" kern="1200" cap="none" normalizeH="0" baseline="0" dirty="0">
              <a:ln>
                <a:noFill/>
              </a:ln>
              <a:solidFill>
                <a:schemeClr val="tx1"/>
              </a:solidFill>
              <a:effectLst/>
              <a:latin typeface="+mn-lt"/>
            </a:rPr>
            <a:t>Single inputs don't explain yield</a:t>
          </a:r>
          <a:br>
            <a:rPr kumimoji="0" lang="en-US" altLang="en-US" sz="1600" b="1" i="0" u="none" strike="noStrike" kern="1200" cap="none" normalizeH="0" baseline="0" dirty="0">
              <a:ln>
                <a:noFill/>
              </a:ln>
              <a:solidFill>
                <a:schemeClr val="tx1"/>
              </a:solidFill>
              <a:effectLst/>
              <a:latin typeface="+mn-lt"/>
            </a:rPr>
          </a:br>
          <a:r>
            <a:rPr kumimoji="0" lang="en-US" altLang="en-US" sz="1600" b="0" i="0" u="none" strike="noStrike" kern="1200" cap="none" normalizeH="0" baseline="0" dirty="0">
              <a:ln>
                <a:noFill/>
              </a:ln>
              <a:solidFill>
                <a:schemeClr val="tx1"/>
              </a:solidFill>
              <a:effectLst/>
              <a:latin typeface="+mn-lt"/>
            </a:rPr>
            <a:t>Rainfall, soil moisture, fertilizer and seed quality show near-zero linear correlation with yield</a:t>
          </a:r>
          <a:endParaRPr lang="en-IN" sz="1600" kern="1200" dirty="0">
            <a:latin typeface="+mn-lt"/>
          </a:endParaRPr>
        </a:p>
      </dsp:txBody>
      <dsp:txXfrm>
        <a:off x="5108788" y="2024809"/>
        <a:ext cx="4401550" cy="1375484"/>
      </dsp:txXfrm>
    </dsp:sp>
    <dsp:sp modelId="{82C5FA43-8A78-46EB-B85A-9CB51CDDE3DF}">
      <dsp:nvSpPr>
        <dsp:cNvPr id="0" name=""/>
        <dsp:cNvSpPr/>
      </dsp:nvSpPr>
      <dsp:spPr>
        <a:xfrm>
          <a:off x="4925391" y="1826128"/>
          <a:ext cx="962839" cy="1444258"/>
        </a:xfrm>
        <a:prstGeom prst="rect">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251E12-88A7-41DF-89BC-D85A6D755BF5}">
      <dsp:nvSpPr>
        <dsp:cNvPr id="0" name=""/>
        <dsp:cNvSpPr/>
      </dsp:nvSpPr>
      <dsp:spPr>
        <a:xfrm>
          <a:off x="274258" y="3756391"/>
          <a:ext cx="4401550" cy="1375484"/>
        </a:xfrm>
        <a:prstGeom prst="rect">
          <a:avLst/>
        </a:prstGeom>
        <a:solidFill>
          <a:schemeClr val="lt1">
            <a:alpha val="4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31661" tIns="60960" rIns="60960" bIns="60960" numCol="1" spcCol="1270" anchor="ctr" anchorCtr="0">
          <a:noAutofit/>
        </a:bodyPr>
        <a:lstStyle/>
        <a:p>
          <a:pPr marL="0" lvl="0" indent="0" algn="l" defTabSz="711200">
            <a:lnSpc>
              <a:spcPct val="90000"/>
            </a:lnSpc>
            <a:spcBef>
              <a:spcPct val="0"/>
            </a:spcBef>
            <a:spcAft>
              <a:spcPct val="35000"/>
            </a:spcAft>
            <a:buNone/>
          </a:pPr>
          <a:r>
            <a:rPr kumimoji="0" lang="en-US" altLang="en-US" sz="1600" b="1" i="0" u="none" strike="noStrike" kern="1200" cap="none" normalizeH="0" baseline="0" dirty="0">
              <a:ln>
                <a:noFill/>
              </a:ln>
              <a:solidFill>
                <a:schemeClr val="tx1"/>
              </a:solidFill>
              <a:effectLst/>
              <a:latin typeface="+mn-lt"/>
            </a:rPr>
            <a:t>Irrigation choice is season-dependent</a:t>
          </a:r>
          <a:br>
            <a:rPr kumimoji="0" lang="en-US" altLang="en-US" sz="1600" b="1" i="0" u="none" strike="noStrike" kern="1200" cap="none" normalizeH="0" baseline="0" dirty="0">
              <a:ln>
                <a:noFill/>
              </a:ln>
              <a:solidFill>
                <a:schemeClr val="tx1"/>
              </a:solidFill>
              <a:effectLst/>
              <a:latin typeface="+mn-lt"/>
            </a:rPr>
          </a:br>
          <a:r>
            <a:rPr kumimoji="0" lang="en-US" altLang="en-US" sz="1600" b="0" i="0" u="none" strike="noStrike" kern="1200" cap="none" normalizeH="0" baseline="0" dirty="0">
              <a:ln>
                <a:noFill/>
              </a:ln>
              <a:solidFill>
                <a:schemeClr val="tx1"/>
              </a:solidFill>
              <a:effectLst/>
              <a:latin typeface="+mn-lt"/>
            </a:rPr>
            <a:t>Drip performs strongly in Kharif and Rabi, while Sprinkler records the highest median yield in Zaid</a:t>
          </a:r>
          <a:endParaRPr lang="en-IN" sz="1600" kern="1200" dirty="0">
            <a:latin typeface="+mn-lt"/>
          </a:endParaRPr>
        </a:p>
      </dsp:txBody>
      <dsp:txXfrm>
        <a:off x="274258" y="3756391"/>
        <a:ext cx="4401550" cy="1375484"/>
      </dsp:txXfrm>
    </dsp:sp>
    <dsp:sp modelId="{73ED8A92-2B89-4248-BF9B-B517E64CF8C8}">
      <dsp:nvSpPr>
        <dsp:cNvPr id="0" name=""/>
        <dsp:cNvSpPr/>
      </dsp:nvSpPr>
      <dsp:spPr>
        <a:xfrm>
          <a:off x="90860" y="3557710"/>
          <a:ext cx="962839" cy="1444258"/>
        </a:xfrm>
        <a:prstGeom prst="rect">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56315A-9E9C-4620-9F33-0A22B10AFF69}">
      <dsp:nvSpPr>
        <dsp:cNvPr id="0" name=""/>
        <dsp:cNvSpPr/>
      </dsp:nvSpPr>
      <dsp:spPr>
        <a:xfrm>
          <a:off x="5108788" y="3580522"/>
          <a:ext cx="4401550" cy="1375484"/>
        </a:xfrm>
        <a:prstGeom prst="rect">
          <a:avLst/>
        </a:prstGeom>
        <a:solidFill>
          <a:schemeClr val="lt1">
            <a:alpha val="4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31661" tIns="60960" rIns="60960" bIns="60960" numCol="1" spcCol="1270" anchor="ctr" anchorCtr="0">
          <a:noAutofit/>
        </a:bodyPr>
        <a:lstStyle/>
        <a:p>
          <a:pPr marL="0" lvl="0" indent="0" algn="l" defTabSz="711200">
            <a:lnSpc>
              <a:spcPct val="90000"/>
            </a:lnSpc>
            <a:spcBef>
              <a:spcPct val="0"/>
            </a:spcBef>
            <a:spcAft>
              <a:spcPct val="35000"/>
            </a:spcAft>
            <a:buClrTx/>
            <a:buSzTx/>
            <a:buFontTx/>
            <a:buNone/>
          </a:pPr>
          <a:r>
            <a:rPr kumimoji="0" lang="en-US" altLang="en-US" sz="1600" b="1" i="0" u="none" strike="noStrike" kern="1200" cap="none" normalizeH="0" baseline="0" dirty="0">
              <a:ln>
                <a:noFill/>
              </a:ln>
              <a:solidFill>
                <a:schemeClr val="tx1"/>
              </a:solidFill>
              <a:effectLst/>
              <a:latin typeface="+mn-lt"/>
            </a:rPr>
            <a:t>Yield ≠ profit</a:t>
          </a:r>
          <a:br>
            <a:rPr kumimoji="0" lang="en-US" altLang="en-US" sz="1600" b="1" i="0" u="none" strike="noStrike" kern="1200" cap="none" normalizeH="0" baseline="0" dirty="0">
              <a:ln>
                <a:noFill/>
              </a:ln>
              <a:solidFill>
                <a:schemeClr val="tx1"/>
              </a:solidFill>
              <a:effectLst/>
              <a:latin typeface="+mn-lt"/>
            </a:rPr>
          </a:br>
          <a:r>
            <a:rPr kumimoji="0" lang="en-US" altLang="en-US" sz="1600" b="0" i="0" u="none" strike="noStrike" kern="1200" cap="none" normalizeH="0" baseline="0" dirty="0">
              <a:ln>
                <a:noFill/>
              </a:ln>
              <a:solidFill>
                <a:schemeClr val="tx1"/>
              </a:solidFill>
              <a:effectLst/>
              <a:latin typeface="+mn-lt"/>
            </a:rPr>
            <a:t>Yield and profit are only moderately correlated (r ≈ 0.49); production cost and crop economics matter too</a:t>
          </a:r>
          <a:endParaRPr lang="en-IN" sz="1600" kern="1200" dirty="0">
            <a:latin typeface="+mn-lt"/>
          </a:endParaRPr>
        </a:p>
      </dsp:txBody>
      <dsp:txXfrm>
        <a:off x="5108788" y="3580522"/>
        <a:ext cx="4401550" cy="1375484"/>
      </dsp:txXfrm>
    </dsp:sp>
    <dsp:sp modelId="{D4481FC3-F2E3-40DE-B451-CC45C851DEC4}">
      <dsp:nvSpPr>
        <dsp:cNvPr id="0" name=""/>
        <dsp:cNvSpPr/>
      </dsp:nvSpPr>
      <dsp:spPr>
        <a:xfrm>
          <a:off x="4925391" y="3557710"/>
          <a:ext cx="962839" cy="1444258"/>
        </a:xfrm>
        <a:prstGeom prst="rect">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3EE507-009A-413F-B515-72DE857B1F09}">
      <dsp:nvSpPr>
        <dsp:cNvPr id="0" name=""/>
        <dsp:cNvSpPr/>
      </dsp:nvSpPr>
      <dsp:spPr>
        <a:xfrm rot="5400000">
          <a:off x="-151525" y="157721"/>
          <a:ext cx="1010170" cy="707119"/>
        </a:xfrm>
        <a:prstGeom prst="chevron">
          <a:avLst/>
        </a:prstGeom>
        <a:solidFill>
          <a:schemeClr val="accent2">
            <a:shade val="50000"/>
            <a:hueOff val="0"/>
            <a:satOff val="0"/>
            <a:lumOff val="0"/>
            <a:alphaOff val="0"/>
          </a:schemeClr>
        </a:solidFill>
        <a:ln w="19050" cap="rnd"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01</a:t>
          </a:r>
          <a:endParaRPr lang="en-IN" sz="2000" kern="1200" dirty="0"/>
        </a:p>
      </dsp:txBody>
      <dsp:txXfrm rot="-5400000">
        <a:off x="1" y="359756"/>
        <a:ext cx="707119" cy="303051"/>
      </dsp:txXfrm>
    </dsp:sp>
    <dsp:sp modelId="{92E41A1B-5331-4B14-858A-FBAB0F00DAA0}">
      <dsp:nvSpPr>
        <dsp:cNvPr id="0" name=""/>
        <dsp:cNvSpPr/>
      </dsp:nvSpPr>
      <dsp:spPr>
        <a:xfrm rot="5400000">
          <a:off x="5072383" y="-4359068"/>
          <a:ext cx="656610" cy="9387139"/>
        </a:xfrm>
        <a:prstGeom prst="round2SameRect">
          <a:avLst/>
        </a:prstGeom>
        <a:solidFill>
          <a:schemeClr val="lt1">
            <a:alpha val="90000"/>
            <a:hueOff val="0"/>
            <a:satOff val="0"/>
            <a:lumOff val="0"/>
            <a:alphaOff val="0"/>
          </a:schemeClr>
        </a:solidFill>
        <a:ln w="19050" cap="rnd"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lrTx/>
            <a:buSzTx/>
            <a:buFontTx/>
            <a:buNone/>
          </a:pPr>
          <a:r>
            <a:rPr kumimoji="0" lang="en-US" altLang="en-US" sz="1600" b="1" i="0" u="none" strike="noStrike" kern="1200" cap="none" normalizeH="0" baseline="0" dirty="0">
              <a:ln>
                <a:noFill/>
              </a:ln>
              <a:solidFill>
                <a:schemeClr val="tx1"/>
              </a:solidFill>
              <a:effectLst/>
            </a:rPr>
            <a:t>Prioritize seasonal planning</a:t>
          </a:r>
          <a:br>
            <a:rPr kumimoji="0" lang="en-US" altLang="en-US" sz="1600" b="1" i="0" u="none" strike="noStrike" kern="1200" cap="none" normalizeH="0" baseline="0" dirty="0">
              <a:ln>
                <a:noFill/>
              </a:ln>
              <a:solidFill>
                <a:schemeClr val="tx1"/>
              </a:solidFill>
              <a:effectLst/>
            </a:rPr>
          </a:br>
          <a:r>
            <a:rPr kumimoji="0" lang="en-US" altLang="en-US" sz="1600" b="0" i="0" u="none" strike="noStrike" kern="1200" cap="none" normalizeH="0" baseline="0" dirty="0">
              <a:ln>
                <a:noFill/>
              </a:ln>
              <a:solidFill>
                <a:schemeClr val="tx1"/>
              </a:solidFill>
              <a:effectLst/>
            </a:rPr>
            <a:t>Build on </a:t>
          </a:r>
          <a:r>
            <a:rPr kumimoji="0" lang="en-US" altLang="en-US" sz="1600" b="0" i="0" u="none" strike="noStrike" kern="1200" cap="none" normalizeH="0" baseline="0" dirty="0" err="1">
              <a:ln>
                <a:noFill/>
              </a:ln>
              <a:solidFill>
                <a:schemeClr val="tx1"/>
              </a:solidFill>
              <a:effectLst/>
            </a:rPr>
            <a:t>Kharif's</a:t>
          </a:r>
          <a:r>
            <a:rPr kumimoji="0" lang="en-US" altLang="en-US" sz="1600" b="0" i="0" u="none" strike="noStrike" kern="1200" cap="none" normalizeH="0" baseline="0" dirty="0">
              <a:ln>
                <a:noFill/>
              </a:ln>
              <a:solidFill>
                <a:schemeClr val="tx1"/>
              </a:solidFill>
              <a:effectLst/>
            </a:rPr>
            <a:t> strong conditions while targeting improvements for Rabi and especially Zaid.</a:t>
          </a:r>
          <a:endParaRPr lang="en-IN" sz="1600" kern="1200" dirty="0"/>
        </a:p>
      </dsp:txBody>
      <dsp:txXfrm rot="-5400000">
        <a:off x="707119" y="38249"/>
        <a:ext cx="9355086" cy="592504"/>
      </dsp:txXfrm>
    </dsp:sp>
    <dsp:sp modelId="{40AAAE69-52F5-4A0D-B4B0-BFEFE6EEA1C3}">
      <dsp:nvSpPr>
        <dsp:cNvPr id="0" name=""/>
        <dsp:cNvSpPr/>
      </dsp:nvSpPr>
      <dsp:spPr>
        <a:xfrm rot="5400000">
          <a:off x="-151525" y="1071077"/>
          <a:ext cx="1010170" cy="707119"/>
        </a:xfrm>
        <a:prstGeom prst="chevron">
          <a:avLst/>
        </a:prstGeom>
        <a:solidFill>
          <a:schemeClr val="accent2">
            <a:shade val="50000"/>
            <a:hueOff val="193156"/>
            <a:satOff val="-8032"/>
            <a:lumOff val="16645"/>
            <a:alphaOff val="0"/>
          </a:schemeClr>
        </a:solidFill>
        <a:ln w="19050" cap="rnd" cmpd="sng" algn="ctr">
          <a:solidFill>
            <a:schemeClr val="accent2">
              <a:shade val="50000"/>
              <a:hueOff val="193156"/>
              <a:satOff val="-8032"/>
              <a:lumOff val="166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02</a:t>
          </a:r>
          <a:endParaRPr lang="en-IN" sz="2000" kern="1200" dirty="0"/>
        </a:p>
      </dsp:txBody>
      <dsp:txXfrm rot="-5400000">
        <a:off x="1" y="1273112"/>
        <a:ext cx="707119" cy="303051"/>
      </dsp:txXfrm>
    </dsp:sp>
    <dsp:sp modelId="{33C15850-5BF5-4E70-858C-CA176FBC41C3}">
      <dsp:nvSpPr>
        <dsp:cNvPr id="0" name=""/>
        <dsp:cNvSpPr/>
      </dsp:nvSpPr>
      <dsp:spPr>
        <a:xfrm rot="5400000">
          <a:off x="5072383" y="-3445712"/>
          <a:ext cx="656610" cy="9387139"/>
        </a:xfrm>
        <a:prstGeom prst="round2SameRect">
          <a:avLst/>
        </a:prstGeom>
        <a:solidFill>
          <a:schemeClr val="lt1">
            <a:alpha val="90000"/>
            <a:hueOff val="0"/>
            <a:satOff val="0"/>
            <a:lumOff val="0"/>
            <a:alphaOff val="0"/>
          </a:schemeClr>
        </a:solidFill>
        <a:ln w="19050" cap="rnd" cmpd="sng" algn="ctr">
          <a:solidFill>
            <a:schemeClr val="accent2">
              <a:shade val="50000"/>
              <a:hueOff val="182009"/>
              <a:satOff val="-7607"/>
              <a:lumOff val="1520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lrTx/>
            <a:buSzTx/>
            <a:buFontTx/>
            <a:buNone/>
          </a:pPr>
          <a:r>
            <a:rPr kumimoji="0" lang="en-US" altLang="en-US" sz="1600" b="1" i="0" u="none" strike="noStrike" kern="1200" cap="none" normalizeH="0" baseline="0" dirty="0">
              <a:ln>
                <a:noFill/>
              </a:ln>
              <a:solidFill>
                <a:schemeClr val="tx1"/>
              </a:solidFill>
              <a:effectLst/>
            </a:rPr>
            <a:t>Improve water management</a:t>
          </a:r>
          <a:br>
            <a:rPr kumimoji="0" lang="en-US" altLang="en-US" sz="1600" b="1" i="0" u="none" strike="noStrike" kern="1200" cap="none" normalizeH="0" baseline="0" dirty="0">
              <a:ln>
                <a:noFill/>
              </a:ln>
              <a:solidFill>
                <a:schemeClr val="tx1"/>
              </a:solidFill>
              <a:effectLst/>
            </a:rPr>
          </a:br>
          <a:r>
            <a:rPr kumimoji="0" lang="en-US" altLang="en-US" sz="1600" b="0" i="0" u="none" strike="noStrike" kern="1200" cap="none" normalizeH="0" baseline="0" dirty="0">
              <a:ln>
                <a:noFill/>
              </a:ln>
              <a:solidFill>
                <a:schemeClr val="tx1"/>
              </a:solidFill>
              <a:effectLst/>
            </a:rPr>
            <a:t>Shift from Flood toward Drip irrigation where feasible — it pairs high yield with lower water use.</a:t>
          </a:r>
          <a:endParaRPr lang="en-IN" sz="1600" kern="1200" dirty="0"/>
        </a:p>
      </dsp:txBody>
      <dsp:txXfrm rot="-5400000">
        <a:off x="707119" y="951605"/>
        <a:ext cx="9355086" cy="592504"/>
      </dsp:txXfrm>
    </dsp:sp>
    <dsp:sp modelId="{F7FAD1F4-56A3-4375-BEF0-C18B87FED03F}">
      <dsp:nvSpPr>
        <dsp:cNvPr id="0" name=""/>
        <dsp:cNvSpPr/>
      </dsp:nvSpPr>
      <dsp:spPr>
        <a:xfrm rot="5400000">
          <a:off x="-151525" y="1984433"/>
          <a:ext cx="1010170" cy="707119"/>
        </a:xfrm>
        <a:prstGeom prst="chevron">
          <a:avLst/>
        </a:prstGeom>
        <a:solidFill>
          <a:schemeClr val="accent2">
            <a:shade val="50000"/>
            <a:hueOff val="386313"/>
            <a:satOff val="-16063"/>
            <a:lumOff val="33289"/>
            <a:alphaOff val="0"/>
          </a:schemeClr>
        </a:solidFill>
        <a:ln w="19050" cap="rnd" cmpd="sng" algn="ctr">
          <a:solidFill>
            <a:schemeClr val="accent2">
              <a:shade val="50000"/>
              <a:hueOff val="386313"/>
              <a:satOff val="-16063"/>
              <a:lumOff val="332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03</a:t>
          </a:r>
          <a:endParaRPr lang="en-IN" sz="2000" kern="1200" dirty="0"/>
        </a:p>
      </dsp:txBody>
      <dsp:txXfrm rot="-5400000">
        <a:off x="1" y="2186468"/>
        <a:ext cx="707119" cy="303051"/>
      </dsp:txXfrm>
    </dsp:sp>
    <dsp:sp modelId="{F8562E70-6F6A-4B33-AE87-F2F0414550B5}">
      <dsp:nvSpPr>
        <dsp:cNvPr id="0" name=""/>
        <dsp:cNvSpPr/>
      </dsp:nvSpPr>
      <dsp:spPr>
        <a:xfrm rot="5400000">
          <a:off x="5072383" y="-2532356"/>
          <a:ext cx="656610" cy="9387139"/>
        </a:xfrm>
        <a:prstGeom prst="round2SameRect">
          <a:avLst/>
        </a:prstGeom>
        <a:solidFill>
          <a:schemeClr val="lt1">
            <a:alpha val="90000"/>
            <a:hueOff val="0"/>
            <a:satOff val="0"/>
            <a:lumOff val="0"/>
            <a:alphaOff val="0"/>
          </a:schemeClr>
        </a:solidFill>
        <a:ln w="19050" cap="rnd" cmpd="sng" algn="ctr">
          <a:solidFill>
            <a:schemeClr val="accent2">
              <a:shade val="50000"/>
              <a:hueOff val="364017"/>
              <a:satOff val="-15213"/>
              <a:lumOff val="304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lrTx/>
            <a:buSzTx/>
            <a:buFontTx/>
            <a:buNone/>
          </a:pPr>
          <a:r>
            <a:rPr kumimoji="0" lang="en-US" altLang="en-US" sz="1600" b="1" i="0" u="none" strike="noStrike" kern="1200" cap="none" normalizeH="0" baseline="0" dirty="0">
              <a:ln>
                <a:noFill/>
              </a:ln>
              <a:solidFill>
                <a:schemeClr val="tx1"/>
              </a:solidFill>
              <a:effectLst/>
            </a:rPr>
            <a:t>Treat Zaid as the priority season</a:t>
          </a:r>
          <a:br>
            <a:rPr kumimoji="0" lang="en-US" altLang="en-US" sz="1600" b="1" i="0" u="none" strike="noStrike" kern="1200" cap="none" normalizeH="0" baseline="0" dirty="0">
              <a:ln>
                <a:noFill/>
              </a:ln>
              <a:solidFill>
                <a:schemeClr val="tx1"/>
              </a:solidFill>
              <a:effectLst/>
            </a:rPr>
          </a:br>
          <a:r>
            <a:rPr kumimoji="0" lang="en-US" altLang="en-US" sz="1600" b="0" i="0" u="none" strike="noStrike" kern="1200" cap="none" normalizeH="0" baseline="0" dirty="0">
              <a:ln>
                <a:noFill/>
              </a:ln>
              <a:solidFill>
                <a:schemeClr val="tx1"/>
              </a:solidFill>
              <a:effectLst/>
            </a:rPr>
            <a:t>Lowest yield, efficiency, revenue, profit and profitability rate (35.5%) make it the top improvement target.</a:t>
          </a:r>
          <a:endParaRPr lang="en-IN" sz="1600" kern="1200" dirty="0"/>
        </a:p>
      </dsp:txBody>
      <dsp:txXfrm rot="-5400000">
        <a:off x="707119" y="1864961"/>
        <a:ext cx="9355086" cy="592504"/>
      </dsp:txXfrm>
    </dsp:sp>
    <dsp:sp modelId="{67E4C310-477C-4B72-AA46-99FE0EE3503D}">
      <dsp:nvSpPr>
        <dsp:cNvPr id="0" name=""/>
        <dsp:cNvSpPr/>
      </dsp:nvSpPr>
      <dsp:spPr>
        <a:xfrm rot="5400000">
          <a:off x="-151525" y="2897789"/>
          <a:ext cx="1010170" cy="707119"/>
        </a:xfrm>
        <a:prstGeom prst="chevron">
          <a:avLst/>
        </a:prstGeom>
        <a:solidFill>
          <a:schemeClr val="accent2">
            <a:shade val="50000"/>
            <a:hueOff val="579469"/>
            <a:satOff val="-24095"/>
            <a:lumOff val="49934"/>
            <a:alphaOff val="0"/>
          </a:schemeClr>
        </a:solidFill>
        <a:ln w="19050" cap="rnd" cmpd="sng" algn="ctr">
          <a:solidFill>
            <a:schemeClr val="accent2">
              <a:shade val="50000"/>
              <a:hueOff val="579469"/>
              <a:satOff val="-24095"/>
              <a:lumOff val="4993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04</a:t>
          </a:r>
          <a:endParaRPr lang="en-IN" sz="2000" kern="1200" dirty="0"/>
        </a:p>
      </dsp:txBody>
      <dsp:txXfrm rot="-5400000">
        <a:off x="1" y="3099824"/>
        <a:ext cx="707119" cy="303051"/>
      </dsp:txXfrm>
    </dsp:sp>
    <dsp:sp modelId="{4828BB84-C45F-4E1F-BA20-AF8840F5E01C}">
      <dsp:nvSpPr>
        <dsp:cNvPr id="0" name=""/>
        <dsp:cNvSpPr/>
      </dsp:nvSpPr>
      <dsp:spPr>
        <a:xfrm rot="5400000">
          <a:off x="5072383" y="-1619000"/>
          <a:ext cx="656610" cy="9387139"/>
        </a:xfrm>
        <a:prstGeom prst="round2SameRect">
          <a:avLst/>
        </a:prstGeom>
        <a:solidFill>
          <a:schemeClr val="lt1">
            <a:alpha val="90000"/>
            <a:hueOff val="0"/>
            <a:satOff val="0"/>
            <a:lumOff val="0"/>
            <a:alphaOff val="0"/>
          </a:schemeClr>
        </a:solidFill>
        <a:ln w="19050" cap="rnd" cmpd="sng" algn="ctr">
          <a:solidFill>
            <a:schemeClr val="accent2">
              <a:shade val="50000"/>
              <a:hueOff val="546026"/>
              <a:satOff val="-22820"/>
              <a:lumOff val="4561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kumimoji="0" lang="en-US" altLang="en-US" sz="1600" b="1" i="0" u="none" strike="noStrike" kern="1200" cap="none" normalizeH="0" baseline="0" dirty="0">
              <a:ln>
                <a:noFill/>
              </a:ln>
              <a:solidFill>
                <a:schemeClr val="tx1"/>
              </a:solidFill>
              <a:effectLst/>
            </a:rPr>
            <a:t>Weigh crop economics, not yield alone</a:t>
          </a:r>
          <a:br>
            <a:rPr kumimoji="0" lang="en-US" altLang="en-US" sz="1600" b="1" i="0" u="none" strike="noStrike" kern="1200" cap="none" normalizeH="0" baseline="0" dirty="0">
              <a:ln>
                <a:noFill/>
              </a:ln>
              <a:solidFill>
                <a:schemeClr val="tx1"/>
              </a:solidFill>
              <a:effectLst/>
            </a:rPr>
          </a:br>
          <a:r>
            <a:rPr kumimoji="0" lang="en-US" altLang="en-US" sz="1600" b="0" i="0" u="none" strike="noStrike" kern="1200" cap="none" normalizeH="0" baseline="0" dirty="0">
              <a:ln>
                <a:noFill/>
              </a:ln>
              <a:solidFill>
                <a:schemeClr val="tx1"/>
              </a:solidFill>
              <a:effectLst/>
            </a:rPr>
            <a:t>Sugarcane's high yield does not mean planting it everywhere — factor in profitability per crop.</a:t>
          </a:r>
          <a:endParaRPr lang="en-IN" sz="1600" kern="1200" dirty="0"/>
        </a:p>
      </dsp:txBody>
      <dsp:txXfrm rot="-5400000">
        <a:off x="707119" y="2778317"/>
        <a:ext cx="9355086" cy="592504"/>
      </dsp:txXfrm>
    </dsp:sp>
    <dsp:sp modelId="{41A93846-EEB5-4262-AB39-EFB5AC94EDCA}">
      <dsp:nvSpPr>
        <dsp:cNvPr id="0" name=""/>
        <dsp:cNvSpPr/>
      </dsp:nvSpPr>
      <dsp:spPr>
        <a:xfrm rot="5400000">
          <a:off x="-151525" y="3811146"/>
          <a:ext cx="1010170" cy="707119"/>
        </a:xfrm>
        <a:prstGeom prst="chevron">
          <a:avLst/>
        </a:prstGeom>
        <a:solidFill>
          <a:schemeClr val="accent2">
            <a:shade val="50000"/>
            <a:hueOff val="386313"/>
            <a:satOff val="-16063"/>
            <a:lumOff val="33289"/>
            <a:alphaOff val="0"/>
          </a:schemeClr>
        </a:solidFill>
        <a:ln w="19050" cap="rnd" cmpd="sng" algn="ctr">
          <a:solidFill>
            <a:schemeClr val="accent2">
              <a:shade val="50000"/>
              <a:hueOff val="386313"/>
              <a:satOff val="-16063"/>
              <a:lumOff val="332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05</a:t>
          </a:r>
          <a:endParaRPr lang="en-IN" sz="2000" kern="1200" dirty="0"/>
        </a:p>
      </dsp:txBody>
      <dsp:txXfrm rot="-5400000">
        <a:off x="1" y="4013181"/>
        <a:ext cx="707119" cy="303051"/>
      </dsp:txXfrm>
    </dsp:sp>
    <dsp:sp modelId="{5E9D4D9B-50CA-4D9F-A634-11C5FBC4B1F0}">
      <dsp:nvSpPr>
        <dsp:cNvPr id="0" name=""/>
        <dsp:cNvSpPr/>
      </dsp:nvSpPr>
      <dsp:spPr>
        <a:xfrm rot="5400000">
          <a:off x="5072383" y="-705643"/>
          <a:ext cx="656610" cy="9387139"/>
        </a:xfrm>
        <a:prstGeom prst="round2SameRect">
          <a:avLst/>
        </a:prstGeom>
        <a:solidFill>
          <a:schemeClr val="lt1">
            <a:alpha val="90000"/>
            <a:hueOff val="0"/>
            <a:satOff val="0"/>
            <a:lumOff val="0"/>
            <a:alphaOff val="0"/>
          </a:schemeClr>
        </a:solidFill>
        <a:ln w="19050" cap="rnd" cmpd="sng" algn="ctr">
          <a:solidFill>
            <a:schemeClr val="accent2">
              <a:shade val="50000"/>
              <a:hueOff val="364017"/>
              <a:satOff val="-15213"/>
              <a:lumOff val="304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kumimoji="0" lang="en-US" altLang="en-US" sz="1600" b="1" i="0" u="none" strike="noStrike" kern="1200" cap="none" normalizeH="0" baseline="0" dirty="0">
              <a:ln>
                <a:noFill/>
              </a:ln>
              <a:solidFill>
                <a:schemeClr val="tx1"/>
              </a:solidFill>
              <a:effectLst/>
            </a:rPr>
            <a:t>Don't rely on a single input</a:t>
          </a:r>
          <a:br>
            <a:rPr kumimoji="0" lang="en-US" altLang="en-US" sz="1600" b="1" i="0" u="none" strike="noStrike" kern="1200" cap="none" normalizeH="0" baseline="0" dirty="0">
              <a:ln>
                <a:noFill/>
              </a:ln>
              <a:solidFill>
                <a:schemeClr val="tx1"/>
              </a:solidFill>
              <a:effectLst/>
            </a:rPr>
          </a:br>
          <a:r>
            <a:rPr kumimoji="0" lang="en-US" altLang="en-US" sz="1600" b="0" i="0" u="none" strike="noStrike" kern="1200" cap="none" normalizeH="0" baseline="0" dirty="0">
              <a:ln>
                <a:noFill/>
              </a:ln>
              <a:solidFill>
                <a:schemeClr val="tx1"/>
              </a:solidFill>
              <a:effectLst/>
            </a:rPr>
            <a:t>Rainfall, soil moisture, fertilizer and seed quality show no meaningful individual linear relationship with yield.</a:t>
          </a:r>
          <a:endParaRPr lang="en-IN" sz="1600" kern="1200" dirty="0"/>
        </a:p>
      </dsp:txBody>
      <dsp:txXfrm rot="-5400000">
        <a:off x="707119" y="3691674"/>
        <a:ext cx="9355086" cy="592504"/>
      </dsp:txXfrm>
    </dsp:sp>
    <dsp:sp modelId="{DCBEACD5-AE39-4B74-BB6F-29C57C1689DB}">
      <dsp:nvSpPr>
        <dsp:cNvPr id="0" name=""/>
        <dsp:cNvSpPr/>
      </dsp:nvSpPr>
      <dsp:spPr>
        <a:xfrm rot="5400000">
          <a:off x="-151525" y="4724502"/>
          <a:ext cx="1010170" cy="707119"/>
        </a:xfrm>
        <a:prstGeom prst="chevron">
          <a:avLst/>
        </a:prstGeom>
        <a:solidFill>
          <a:schemeClr val="accent2">
            <a:shade val="50000"/>
            <a:hueOff val="193156"/>
            <a:satOff val="-8032"/>
            <a:lumOff val="16645"/>
            <a:alphaOff val="0"/>
          </a:schemeClr>
        </a:solidFill>
        <a:ln w="19050" cap="rnd" cmpd="sng" algn="ctr">
          <a:solidFill>
            <a:schemeClr val="accent2">
              <a:shade val="50000"/>
              <a:hueOff val="193156"/>
              <a:satOff val="-8032"/>
              <a:lumOff val="166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06</a:t>
          </a:r>
          <a:endParaRPr lang="en-IN" sz="2000" kern="1200" dirty="0"/>
        </a:p>
      </dsp:txBody>
      <dsp:txXfrm rot="-5400000">
        <a:off x="1" y="4926537"/>
        <a:ext cx="707119" cy="303051"/>
      </dsp:txXfrm>
    </dsp:sp>
    <dsp:sp modelId="{912747E7-3A7B-41C4-9511-8B2FC69BF725}">
      <dsp:nvSpPr>
        <dsp:cNvPr id="0" name=""/>
        <dsp:cNvSpPr/>
      </dsp:nvSpPr>
      <dsp:spPr>
        <a:xfrm rot="5400000">
          <a:off x="5072383" y="188263"/>
          <a:ext cx="656610" cy="9387139"/>
        </a:xfrm>
        <a:prstGeom prst="round2SameRect">
          <a:avLst/>
        </a:prstGeom>
        <a:solidFill>
          <a:schemeClr val="lt1">
            <a:alpha val="90000"/>
            <a:hueOff val="0"/>
            <a:satOff val="0"/>
            <a:lumOff val="0"/>
            <a:alphaOff val="0"/>
          </a:schemeClr>
        </a:solidFill>
        <a:ln w="19050" cap="rnd" cmpd="sng" algn="ctr">
          <a:solidFill>
            <a:schemeClr val="accent2">
              <a:shade val="50000"/>
              <a:hueOff val="182009"/>
              <a:satOff val="-7607"/>
              <a:lumOff val="1520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kumimoji="0" lang="en-US" altLang="en-US" sz="1600" b="1" i="0" u="none" strike="noStrike" kern="1200" cap="none" normalizeH="0" baseline="0" dirty="0">
              <a:ln>
                <a:noFill/>
              </a:ln>
              <a:solidFill>
                <a:schemeClr val="tx1"/>
              </a:solidFill>
              <a:effectLst/>
            </a:rPr>
            <a:t>Track profitability, not just production</a:t>
          </a:r>
          <a:br>
            <a:rPr kumimoji="0" lang="en-US" altLang="en-US" sz="1600" b="1" i="0" u="none" strike="noStrike" kern="1200" cap="none" normalizeH="0" baseline="0" dirty="0">
              <a:ln>
                <a:noFill/>
              </a:ln>
              <a:solidFill>
                <a:schemeClr val="tx1"/>
              </a:solidFill>
              <a:effectLst/>
            </a:rPr>
          </a:br>
          <a:r>
            <a:rPr kumimoji="0" lang="en-US" altLang="en-US" sz="1600" b="0" i="0" u="none" strike="noStrike" kern="1200" cap="none" normalizeH="0" baseline="0" dirty="0">
              <a:ln>
                <a:noFill/>
              </a:ln>
              <a:solidFill>
                <a:schemeClr val="tx1"/>
              </a:solidFill>
              <a:effectLst/>
            </a:rPr>
            <a:t>Evaluate farms on both output and economics — higher yield doesn't always mean higher profit.</a:t>
          </a:r>
          <a:endParaRPr lang="en-IN" sz="1600" kern="1200" dirty="0"/>
        </a:p>
      </dsp:txBody>
      <dsp:txXfrm rot="-5400000">
        <a:off x="707119" y="4585581"/>
        <a:ext cx="9355086" cy="592504"/>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svg"/><Relationship Id="rId18" Type="http://schemas.openxmlformats.org/officeDocument/2006/relationships/image" Target="../media/image14.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8.png"/><Relationship Id="rId17" Type="http://schemas.openxmlformats.org/officeDocument/2006/relationships/image" Target="../media/image13.svg"/><Relationship Id="rId2" Type="http://schemas.openxmlformats.org/officeDocument/2006/relationships/image" Target="../media/image3.png"/><Relationship Id="rId16" Type="http://schemas.openxmlformats.org/officeDocument/2006/relationships/image" Target="../media/image12.png"/><Relationship Id="rId1" Type="http://schemas.openxmlformats.org/officeDocument/2006/relationships/slideLayout" Target="../slideLayouts/slideLayout19.xml"/><Relationship Id="rId6" Type="http://schemas.openxmlformats.org/officeDocument/2006/relationships/diagramColors" Target="../diagrams/colors4.xml"/><Relationship Id="rId11" Type="http://schemas.openxmlformats.org/officeDocument/2006/relationships/image" Target="../media/image7.svg"/><Relationship Id="rId5" Type="http://schemas.openxmlformats.org/officeDocument/2006/relationships/diagramQuickStyle" Target="../diagrams/quickStyle4.xml"/><Relationship Id="rId15" Type="http://schemas.openxmlformats.org/officeDocument/2006/relationships/image" Target="../media/image11.svg"/><Relationship Id="rId10" Type="http://schemas.openxmlformats.org/officeDocument/2006/relationships/image" Target="../media/image6.png"/><Relationship Id="rId19" Type="http://schemas.openxmlformats.org/officeDocument/2006/relationships/image" Target="../media/image15.svg"/><Relationship Id="rId4" Type="http://schemas.openxmlformats.org/officeDocument/2006/relationships/diagramLayout" Target="../diagrams/layout4.xml"/><Relationship Id="rId9" Type="http://schemas.openxmlformats.org/officeDocument/2006/relationships/image" Target="../media/image5.svg"/><Relationship Id="rId1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png"/><Relationship Id="rId7" Type="http://schemas.openxmlformats.org/officeDocument/2006/relationships/diagramQuickStyle" Target="../diagrams/quickStyle5.xm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16.png"/><Relationship Id="rId9" Type="http://schemas.microsoft.com/office/2007/relationships/diagramDrawing" Target="../diagrams/drawing5.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0.png"/><Relationship Id="rId7" Type="http://schemas.openxmlformats.org/officeDocument/2006/relationships/diagramColors" Target="../diagrams/colors7.xm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Layout" Target="../diagrams/layout8.xml"/><Relationship Id="rId7" Type="http://schemas.openxmlformats.org/officeDocument/2006/relationships/image" Target="../media/image30.png"/><Relationship Id="rId2" Type="http://schemas.openxmlformats.org/officeDocument/2006/relationships/diagramData" Target="../diagrams/data8.xml"/><Relationship Id="rId1" Type="http://schemas.openxmlformats.org/officeDocument/2006/relationships/slideLayout" Target="../slideLayouts/slideLayout19.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34.png"/><Relationship Id="rId1" Type="http://schemas.openxmlformats.org/officeDocument/2006/relationships/slideLayout" Target="../slideLayouts/slideLayout19.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9.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9.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8198"/>
            <a:ext cx="6701996" cy="861497"/>
          </a:xfrm>
        </p:spPr>
        <p:txBody>
          <a:bodyPr vert="horz" lIns="91440" tIns="45720" rIns="91440" bIns="45720" rtlCol="0" anchor="t">
            <a:noAutofit/>
          </a:bodyPr>
          <a:lstStyle/>
          <a:p>
            <a:r>
              <a:rPr lang="en-US" sz="1600" b="0" dirty="0">
                <a:solidFill>
                  <a:schemeClr val="tx1"/>
                </a:solidFill>
              </a:rPr>
              <a:t>Name : </a:t>
            </a:r>
            <a:r>
              <a:rPr lang="en-US" sz="1600" b="0" dirty="0" err="1">
                <a:solidFill>
                  <a:schemeClr val="tx1"/>
                </a:solidFill>
              </a:rPr>
              <a:t>Harshvee</a:t>
            </a:r>
            <a:r>
              <a:rPr lang="en-US" sz="1600" b="0" dirty="0">
                <a:solidFill>
                  <a:schemeClr val="tx1"/>
                </a:solidFill>
              </a:rPr>
              <a:t> Kotak</a:t>
            </a:r>
            <a:endParaRPr lang="en-IN" sz="1600" b="0" dirty="0">
              <a:solidFill>
                <a:schemeClr val="tx1"/>
              </a:solidFill>
            </a:endParaRPr>
          </a:p>
          <a:p>
            <a:r>
              <a:rPr lang="en-US" sz="1600" b="0" dirty="0">
                <a:solidFill>
                  <a:schemeClr val="tx1"/>
                </a:solidFill>
              </a:rPr>
              <a:t>College Name: </a:t>
            </a:r>
            <a:r>
              <a:rPr lang="en-US" sz="1600" b="0" dirty="0" err="1">
                <a:solidFill>
                  <a:schemeClr val="tx1"/>
                </a:solidFill>
              </a:rPr>
              <a:t>Narsee</a:t>
            </a:r>
            <a:r>
              <a:rPr lang="en-US" sz="1600" b="0" dirty="0">
                <a:solidFill>
                  <a:schemeClr val="tx1"/>
                </a:solidFill>
              </a:rPr>
              <a:t> </a:t>
            </a:r>
            <a:r>
              <a:rPr lang="en-US" sz="1600" b="0" dirty="0" err="1">
                <a:solidFill>
                  <a:schemeClr val="tx1"/>
                </a:solidFill>
              </a:rPr>
              <a:t>Monjee</a:t>
            </a:r>
            <a:r>
              <a:rPr lang="en-US" sz="1600" b="0" dirty="0">
                <a:solidFill>
                  <a:schemeClr val="tx1"/>
                </a:solidFill>
              </a:rPr>
              <a:t> Institute of Management Studies</a:t>
            </a:r>
          </a:p>
          <a:p>
            <a:r>
              <a:rPr lang="en-US" sz="1600" b="0" dirty="0">
                <a:solidFill>
                  <a:schemeClr val="tx1"/>
                </a:solidFill>
              </a:rPr>
              <a:t>AICTE STU ID : STU614b10add76551632309421</a:t>
            </a:r>
          </a:p>
          <a:p>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7605024" cy="743448"/>
          </a:xfrm>
        </p:spPr>
        <p:txBody>
          <a:bodyPr>
            <a:normAutofit fontScale="90000"/>
          </a:bodyPr>
          <a:lstStyle/>
          <a:p>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774858"/>
            <a:ext cx="6995604" cy="790111"/>
          </a:xfrm>
        </p:spPr>
        <p:txBody>
          <a:bodyPr>
            <a:normAutofit fontScale="90000"/>
          </a:bodyPr>
          <a:lstStyle/>
          <a:p>
            <a:r>
              <a:rPr lang="en-US" dirty="0"/>
              <a:t>PROBLEM  STATEMENT</a:t>
            </a:r>
            <a:endParaRPr lang="en-IN" dirty="0"/>
          </a:p>
        </p:txBody>
      </p:sp>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Rectangle 7">
            <a:extLst>
              <a:ext uri="{FF2B5EF4-FFF2-40B4-BE49-F238E27FC236}">
                <a16:creationId xmlns:a16="http://schemas.microsoft.com/office/drawing/2014/main" id="{9ADF725A-EC8A-4A5E-8BA5-C53CC5A1EEBD}"/>
              </a:ext>
            </a:extLst>
          </p:cNvPr>
          <p:cNvSpPr/>
          <p:nvPr/>
        </p:nvSpPr>
        <p:spPr>
          <a:xfrm>
            <a:off x="754602" y="1951673"/>
            <a:ext cx="5262740" cy="1815882"/>
          </a:xfrm>
          <a:prstGeom prst="rect">
            <a:avLst/>
          </a:prstGeom>
        </p:spPr>
        <p:txBody>
          <a:bodyPr wrap="square">
            <a:spAutoFit/>
          </a:bodyPr>
          <a:lstStyle/>
          <a:p>
            <a:r>
              <a:rPr lang="en-US" sz="1600" dirty="0"/>
              <a:t>Agricultural activities are shaped by seasonal shifts in environmental conditions, farming practices, resource availability and market conditions — so performance can differ sharply from one season to the next. Raw farm-level data, however, does not by itself reveal how performance changes across seasons or what patterns drive those differences.</a:t>
            </a:r>
            <a:endParaRPr lang="en-IN" sz="1600" dirty="0"/>
          </a:p>
        </p:txBody>
      </p:sp>
      <p:graphicFrame>
        <p:nvGraphicFramePr>
          <p:cNvPr id="14" name="Diagram 13">
            <a:extLst>
              <a:ext uri="{FF2B5EF4-FFF2-40B4-BE49-F238E27FC236}">
                <a16:creationId xmlns:a16="http://schemas.microsoft.com/office/drawing/2014/main" id="{4E906451-318E-487D-AA0E-6966BC2BEDB9}"/>
              </a:ext>
            </a:extLst>
          </p:cNvPr>
          <p:cNvGraphicFramePr/>
          <p:nvPr>
            <p:extLst>
              <p:ext uri="{D42A27DB-BD31-4B8C-83A1-F6EECF244321}">
                <p14:modId xmlns:p14="http://schemas.microsoft.com/office/powerpoint/2010/main" val="3845874256"/>
              </p:ext>
            </p:extLst>
          </p:nvPr>
        </p:nvGraphicFramePr>
        <p:xfrm>
          <a:off x="5302936" y="1613118"/>
          <a:ext cx="7331516" cy="49553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Rectangle 18">
            <a:extLst>
              <a:ext uri="{FF2B5EF4-FFF2-40B4-BE49-F238E27FC236}">
                <a16:creationId xmlns:a16="http://schemas.microsoft.com/office/drawing/2014/main" id="{63FACA68-72C1-4B23-A062-1FC6A5AEADB1}"/>
              </a:ext>
            </a:extLst>
          </p:cNvPr>
          <p:cNvSpPr/>
          <p:nvPr/>
        </p:nvSpPr>
        <p:spPr>
          <a:xfrm>
            <a:off x="833260" y="4746167"/>
            <a:ext cx="5262740" cy="1323439"/>
          </a:xfrm>
          <a:prstGeom prst="rect">
            <a:avLst/>
          </a:prstGeom>
          <a:solidFill>
            <a:srgbClr val="DAE2EF"/>
          </a:solidFill>
        </p:spPr>
        <p:txBody>
          <a:bodyPr wrap="square">
            <a:spAutoFit/>
          </a:bodyPr>
          <a:lstStyle/>
          <a:p>
            <a:r>
              <a:rPr lang="en-US" sz="1600" dirty="0"/>
              <a:t>The task: Analyze the seasonal agriculture dataset to uncover meaningful patterns, trends, relationships and variations in performance across Kharif, Rabi and Zaid — and turn them into evidence-based recommendations.</a:t>
            </a:r>
            <a:endParaRPr lang="en-IN" sz="1600" dirty="0"/>
          </a:p>
        </p:txBody>
      </p:sp>
      <p:sp>
        <p:nvSpPr>
          <p:cNvPr id="20" name="TextBox 19">
            <a:extLst>
              <a:ext uri="{FF2B5EF4-FFF2-40B4-BE49-F238E27FC236}">
                <a16:creationId xmlns:a16="http://schemas.microsoft.com/office/drawing/2014/main" id="{F24B03F5-3FC6-462C-A044-0E3AE9410DEF}"/>
              </a:ext>
            </a:extLst>
          </p:cNvPr>
          <p:cNvSpPr txBox="1"/>
          <p:nvPr/>
        </p:nvSpPr>
        <p:spPr>
          <a:xfrm>
            <a:off x="6558115" y="1951673"/>
            <a:ext cx="442451" cy="338554"/>
          </a:xfrm>
          <a:prstGeom prst="rect">
            <a:avLst/>
          </a:prstGeom>
          <a:noFill/>
        </p:spPr>
        <p:txBody>
          <a:bodyPr wrap="square" rtlCol="0">
            <a:spAutoFit/>
          </a:bodyPr>
          <a:lstStyle/>
          <a:p>
            <a:r>
              <a:rPr lang="en-US" sz="1600" b="1" dirty="0">
                <a:solidFill>
                  <a:schemeClr val="accent2">
                    <a:lumMod val="50000"/>
                  </a:schemeClr>
                </a:solidFill>
              </a:rPr>
              <a:t>01</a:t>
            </a:r>
            <a:endParaRPr lang="en-IN" sz="1600" b="1" dirty="0">
              <a:solidFill>
                <a:schemeClr val="accent2">
                  <a:lumMod val="50000"/>
                </a:schemeClr>
              </a:solidFill>
            </a:endParaRPr>
          </a:p>
        </p:txBody>
      </p:sp>
      <p:sp>
        <p:nvSpPr>
          <p:cNvPr id="22" name="TextBox 21">
            <a:extLst>
              <a:ext uri="{FF2B5EF4-FFF2-40B4-BE49-F238E27FC236}">
                <a16:creationId xmlns:a16="http://schemas.microsoft.com/office/drawing/2014/main" id="{BC054B65-F5FC-4009-8D1F-CAB859B4C00D}"/>
              </a:ext>
            </a:extLst>
          </p:cNvPr>
          <p:cNvSpPr txBox="1"/>
          <p:nvPr/>
        </p:nvSpPr>
        <p:spPr>
          <a:xfrm>
            <a:off x="6563033" y="3283947"/>
            <a:ext cx="442451" cy="338554"/>
          </a:xfrm>
          <a:prstGeom prst="rect">
            <a:avLst/>
          </a:prstGeom>
          <a:noFill/>
        </p:spPr>
        <p:txBody>
          <a:bodyPr wrap="square" rtlCol="0">
            <a:spAutoFit/>
          </a:bodyPr>
          <a:lstStyle/>
          <a:p>
            <a:r>
              <a:rPr lang="en-US" sz="1600" b="1" dirty="0">
                <a:solidFill>
                  <a:schemeClr val="accent2">
                    <a:lumMod val="50000"/>
                  </a:schemeClr>
                </a:solidFill>
              </a:rPr>
              <a:t>02</a:t>
            </a:r>
            <a:endParaRPr lang="en-IN" sz="1600" b="1" dirty="0">
              <a:solidFill>
                <a:schemeClr val="accent2">
                  <a:lumMod val="50000"/>
                </a:schemeClr>
              </a:solidFill>
            </a:endParaRPr>
          </a:p>
        </p:txBody>
      </p:sp>
      <p:sp>
        <p:nvSpPr>
          <p:cNvPr id="23" name="TextBox 22">
            <a:extLst>
              <a:ext uri="{FF2B5EF4-FFF2-40B4-BE49-F238E27FC236}">
                <a16:creationId xmlns:a16="http://schemas.microsoft.com/office/drawing/2014/main" id="{A8EAC3EC-3E2F-43D6-A69E-3FE523EF2031}"/>
              </a:ext>
            </a:extLst>
          </p:cNvPr>
          <p:cNvSpPr txBox="1"/>
          <p:nvPr/>
        </p:nvSpPr>
        <p:spPr>
          <a:xfrm>
            <a:off x="6548283" y="4576890"/>
            <a:ext cx="442451" cy="338554"/>
          </a:xfrm>
          <a:prstGeom prst="rect">
            <a:avLst/>
          </a:prstGeom>
          <a:noFill/>
        </p:spPr>
        <p:txBody>
          <a:bodyPr wrap="square" rtlCol="0">
            <a:spAutoFit/>
          </a:bodyPr>
          <a:lstStyle/>
          <a:p>
            <a:r>
              <a:rPr lang="en-US" sz="1600" b="1" dirty="0">
                <a:solidFill>
                  <a:schemeClr val="accent2">
                    <a:lumMod val="50000"/>
                  </a:schemeClr>
                </a:solidFill>
              </a:rPr>
              <a:t>03</a:t>
            </a:r>
            <a:endParaRPr lang="en-IN" sz="1600" b="1" dirty="0">
              <a:solidFill>
                <a:schemeClr val="accent2">
                  <a:lumMod val="50000"/>
                </a:schemeClr>
              </a:solidFill>
            </a:endParaRPr>
          </a:p>
        </p:txBody>
      </p:sp>
      <p:sp>
        <p:nvSpPr>
          <p:cNvPr id="24" name="TextBox 23">
            <a:extLst>
              <a:ext uri="{FF2B5EF4-FFF2-40B4-BE49-F238E27FC236}">
                <a16:creationId xmlns:a16="http://schemas.microsoft.com/office/drawing/2014/main" id="{AD31B7AD-EDF8-48E3-ACC1-004C3CAF08DC}"/>
              </a:ext>
            </a:extLst>
          </p:cNvPr>
          <p:cNvSpPr txBox="1"/>
          <p:nvPr/>
        </p:nvSpPr>
        <p:spPr>
          <a:xfrm>
            <a:off x="6548283" y="5874754"/>
            <a:ext cx="442451" cy="338554"/>
          </a:xfrm>
          <a:prstGeom prst="rect">
            <a:avLst/>
          </a:prstGeom>
          <a:noFill/>
        </p:spPr>
        <p:txBody>
          <a:bodyPr wrap="square" rtlCol="0">
            <a:spAutoFit/>
          </a:bodyPr>
          <a:lstStyle/>
          <a:p>
            <a:r>
              <a:rPr lang="en-US" sz="1600" b="1" dirty="0">
                <a:solidFill>
                  <a:schemeClr val="accent2">
                    <a:lumMod val="50000"/>
                  </a:schemeClr>
                </a:solidFill>
              </a:rPr>
              <a:t>04</a:t>
            </a:r>
            <a:endParaRPr lang="en-IN" sz="1600" b="1" dirty="0">
              <a:solidFill>
                <a:schemeClr val="accent2">
                  <a:lumMod val="50000"/>
                </a:schemeClr>
              </a:solidFill>
            </a:endParaRPr>
          </a:p>
        </p:txBody>
      </p:sp>
      <p:sp>
        <p:nvSpPr>
          <p:cNvPr id="2" name="Rectangle 1">
            <a:extLst>
              <a:ext uri="{FF2B5EF4-FFF2-40B4-BE49-F238E27FC236}">
                <a16:creationId xmlns:a16="http://schemas.microsoft.com/office/drawing/2014/main" id="{34E52DC7-ADC2-415A-8CFB-5A6C282F55F8}"/>
              </a:ext>
            </a:extLst>
          </p:cNvPr>
          <p:cNvSpPr/>
          <p:nvPr/>
        </p:nvSpPr>
        <p:spPr>
          <a:xfrm>
            <a:off x="9305365" y="5342965"/>
            <a:ext cx="528917" cy="215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0F743207-7BF1-469B-94D3-52DB3C71C411}"/>
              </a:ext>
            </a:extLst>
          </p:cNvPr>
          <p:cNvSpPr/>
          <p:nvPr/>
        </p:nvSpPr>
        <p:spPr>
          <a:xfrm>
            <a:off x="675957" y="1823402"/>
            <a:ext cx="6096000" cy="1815882"/>
          </a:xfrm>
          <a:prstGeom prst="rect">
            <a:avLst/>
          </a:prstGeom>
        </p:spPr>
        <p:txBody>
          <a:bodyPr>
            <a:spAutoFit/>
          </a:bodyPr>
          <a:lstStyle/>
          <a:p>
            <a:r>
              <a:rPr lang="en-US" sz="1600" dirty="0"/>
              <a:t>The dataset captures farm-level agricultural activity across different seasons, states and farming conditions — covering environmental factors, farming inputs, crop yield, resource usage and economic outcomes. It provides an opportunity to investigate how seasonal conditions shape agricultural performance rather than performing a generic, unfocused analysis.</a:t>
            </a:r>
            <a:endParaRPr lang="en-IN" sz="1600" dirty="0"/>
          </a:p>
        </p:txBody>
      </p:sp>
      <p:graphicFrame>
        <p:nvGraphicFramePr>
          <p:cNvPr id="4" name="Diagram 3">
            <a:extLst>
              <a:ext uri="{FF2B5EF4-FFF2-40B4-BE49-F238E27FC236}">
                <a16:creationId xmlns:a16="http://schemas.microsoft.com/office/drawing/2014/main" id="{35E3E42D-088F-4D22-863B-B22CE3961B21}"/>
              </a:ext>
            </a:extLst>
          </p:cNvPr>
          <p:cNvGraphicFramePr/>
          <p:nvPr>
            <p:extLst>
              <p:ext uri="{D42A27DB-BD31-4B8C-83A1-F6EECF244321}">
                <p14:modId xmlns:p14="http://schemas.microsoft.com/office/powerpoint/2010/main" val="2063931078"/>
              </p:ext>
            </p:extLst>
          </p:nvPr>
        </p:nvGraphicFramePr>
        <p:xfrm>
          <a:off x="727756" y="3650463"/>
          <a:ext cx="6096000" cy="33930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Rectangle 7">
            <a:extLst>
              <a:ext uri="{FF2B5EF4-FFF2-40B4-BE49-F238E27FC236}">
                <a16:creationId xmlns:a16="http://schemas.microsoft.com/office/drawing/2014/main" id="{EBE0B544-C445-4924-8E93-C4C5381436BF}"/>
              </a:ext>
            </a:extLst>
          </p:cNvPr>
          <p:cNvSpPr/>
          <p:nvPr/>
        </p:nvSpPr>
        <p:spPr>
          <a:xfrm>
            <a:off x="9352529" y="5335825"/>
            <a:ext cx="481781" cy="494704"/>
          </a:xfrm>
          <a:prstGeom prst="rect">
            <a:avLst/>
          </a:prstGeom>
          <a:solidFill>
            <a:srgbClr val="BDE4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Diagram 6">
            <a:extLst>
              <a:ext uri="{FF2B5EF4-FFF2-40B4-BE49-F238E27FC236}">
                <a16:creationId xmlns:a16="http://schemas.microsoft.com/office/drawing/2014/main" id="{534D6EAC-8AE4-4B79-9F43-51F639F9D96D}"/>
              </a:ext>
            </a:extLst>
          </p:cNvPr>
          <p:cNvGraphicFramePr/>
          <p:nvPr>
            <p:extLst>
              <p:ext uri="{D42A27DB-BD31-4B8C-83A1-F6EECF244321}">
                <p14:modId xmlns:p14="http://schemas.microsoft.com/office/powerpoint/2010/main" val="653735965"/>
              </p:ext>
            </p:extLst>
          </p:nvPr>
        </p:nvGraphicFramePr>
        <p:xfrm>
          <a:off x="5767910" y="761434"/>
          <a:ext cx="6632505" cy="507644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9" name="Rectangle 8">
            <a:extLst>
              <a:ext uri="{FF2B5EF4-FFF2-40B4-BE49-F238E27FC236}">
                <a16:creationId xmlns:a16="http://schemas.microsoft.com/office/drawing/2014/main" id="{1E32F4FA-E6E7-4D72-8319-BE490640E02D}"/>
              </a:ext>
            </a:extLst>
          </p:cNvPr>
          <p:cNvSpPr/>
          <p:nvPr/>
        </p:nvSpPr>
        <p:spPr>
          <a:xfrm>
            <a:off x="6622050" y="1676994"/>
            <a:ext cx="403412" cy="43463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0DFE0DD3-F4BE-43C3-83E6-B34B0B9A651B}"/>
              </a:ext>
            </a:extLst>
          </p:cNvPr>
          <p:cNvSpPr/>
          <p:nvPr/>
        </p:nvSpPr>
        <p:spPr>
          <a:xfrm>
            <a:off x="9352529" y="5893848"/>
            <a:ext cx="203848" cy="202718"/>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751111"/>
            <a:ext cx="10046070"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graphicFrame>
        <p:nvGraphicFramePr>
          <p:cNvPr id="9" name="Diagram 8">
            <a:extLst>
              <a:ext uri="{FF2B5EF4-FFF2-40B4-BE49-F238E27FC236}">
                <a16:creationId xmlns:a16="http://schemas.microsoft.com/office/drawing/2014/main" id="{6F253F66-7008-4FC6-BD50-0519A064BF56}"/>
              </a:ext>
            </a:extLst>
          </p:cNvPr>
          <p:cNvGraphicFramePr/>
          <p:nvPr>
            <p:extLst>
              <p:ext uri="{D42A27DB-BD31-4B8C-83A1-F6EECF244321}">
                <p14:modId xmlns:p14="http://schemas.microsoft.com/office/powerpoint/2010/main" val="2867831200"/>
              </p:ext>
            </p:extLst>
          </p:nvPr>
        </p:nvGraphicFramePr>
        <p:xfrm>
          <a:off x="721360" y="1398494"/>
          <a:ext cx="9650805" cy="53877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aphic 9" descr="Farmer">
            <a:extLst>
              <a:ext uri="{FF2B5EF4-FFF2-40B4-BE49-F238E27FC236}">
                <a16:creationId xmlns:a16="http://schemas.microsoft.com/office/drawing/2014/main" id="{720EDF22-9439-499B-9F8D-5E1E734D417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1359" y="1914666"/>
            <a:ext cx="540000" cy="540000"/>
          </a:xfrm>
          <a:prstGeom prst="rect">
            <a:avLst/>
          </a:prstGeom>
        </p:spPr>
      </p:pic>
      <p:pic>
        <p:nvPicPr>
          <p:cNvPr id="12" name="Graphic 11" descr="Farm scene">
            <a:extLst>
              <a:ext uri="{FF2B5EF4-FFF2-40B4-BE49-F238E27FC236}">
                <a16:creationId xmlns:a16="http://schemas.microsoft.com/office/drawing/2014/main" id="{EC3BAFD4-007C-4436-9606-EB7F58F0D92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55529" y="1944743"/>
            <a:ext cx="540000" cy="540000"/>
          </a:xfrm>
          <a:prstGeom prst="rect">
            <a:avLst/>
          </a:prstGeom>
        </p:spPr>
      </p:pic>
      <p:pic>
        <p:nvPicPr>
          <p:cNvPr id="14" name="Graphic 13" descr="Open hand">
            <a:extLst>
              <a:ext uri="{FF2B5EF4-FFF2-40B4-BE49-F238E27FC236}">
                <a16:creationId xmlns:a16="http://schemas.microsoft.com/office/drawing/2014/main" id="{22A59DC6-56E9-4C38-AEB2-7C6E2D8A332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256473" y="1914666"/>
            <a:ext cx="540000" cy="540000"/>
          </a:xfrm>
          <a:prstGeom prst="rect">
            <a:avLst/>
          </a:prstGeom>
        </p:spPr>
      </p:pic>
      <p:pic>
        <p:nvPicPr>
          <p:cNvPr id="16" name="Graphic 15" descr="Coins">
            <a:extLst>
              <a:ext uri="{FF2B5EF4-FFF2-40B4-BE49-F238E27FC236}">
                <a16:creationId xmlns:a16="http://schemas.microsoft.com/office/drawing/2014/main" id="{DB60865A-6ED9-4083-8416-5FD527009F4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1575" y="4133335"/>
            <a:ext cx="499568" cy="540000"/>
          </a:xfrm>
          <a:prstGeom prst="rect">
            <a:avLst/>
          </a:prstGeom>
        </p:spPr>
      </p:pic>
      <p:pic>
        <p:nvPicPr>
          <p:cNvPr id="18" name="Graphic 17" descr="Research">
            <a:extLst>
              <a:ext uri="{FF2B5EF4-FFF2-40B4-BE49-F238E27FC236}">
                <a16:creationId xmlns:a16="http://schemas.microsoft.com/office/drawing/2014/main" id="{586D891F-C737-4807-A679-1EA6EC6D266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855529" y="4140858"/>
            <a:ext cx="540000" cy="540000"/>
          </a:xfrm>
          <a:prstGeom prst="rect">
            <a:avLst/>
          </a:prstGeom>
        </p:spPr>
      </p:pic>
      <p:pic>
        <p:nvPicPr>
          <p:cNvPr id="20" name="Graphic 19" descr="Bank">
            <a:extLst>
              <a:ext uri="{FF2B5EF4-FFF2-40B4-BE49-F238E27FC236}">
                <a16:creationId xmlns:a16="http://schemas.microsoft.com/office/drawing/2014/main" id="{DE48F634-61AF-4B8D-8EC5-E71B3E04BF3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100400" y="4133335"/>
            <a:ext cx="540000" cy="540000"/>
          </a:xfrm>
          <a:prstGeom prst="rect">
            <a:avLst/>
          </a:prstGeom>
        </p:spPr>
      </p:pic>
      <p:sp>
        <p:nvSpPr>
          <p:cNvPr id="2" name="Rectangle 1">
            <a:extLst>
              <a:ext uri="{FF2B5EF4-FFF2-40B4-BE49-F238E27FC236}">
                <a16:creationId xmlns:a16="http://schemas.microsoft.com/office/drawing/2014/main" id="{47D43959-B751-444E-90E4-C88178364D9D}"/>
              </a:ext>
            </a:extLst>
          </p:cNvPr>
          <p:cNvSpPr/>
          <p:nvPr/>
        </p:nvSpPr>
        <p:spPr>
          <a:xfrm>
            <a:off x="6463553" y="1553752"/>
            <a:ext cx="636847" cy="466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7380942" cy="847817"/>
          </a:xfrm>
        </p:spPr>
        <p:txBody>
          <a:bodyPr>
            <a:normAutofit/>
          </a:bodyPr>
          <a:lstStyle/>
          <a:p>
            <a:r>
              <a:rPr lang="en-US" sz="4300" dirty="0"/>
              <a:t>TECHNOLOGIES USED</a:t>
            </a:r>
          </a:p>
        </p:txBody>
      </p:sp>
      <p:graphicFrame>
        <p:nvGraphicFramePr>
          <p:cNvPr id="3" name="Diagram 2">
            <a:extLst>
              <a:ext uri="{FF2B5EF4-FFF2-40B4-BE49-F238E27FC236}">
                <a16:creationId xmlns:a16="http://schemas.microsoft.com/office/drawing/2014/main" id="{562239E9-90AD-408C-BD96-38F1823FD91B}"/>
              </a:ext>
            </a:extLst>
          </p:cNvPr>
          <p:cNvGraphicFramePr/>
          <p:nvPr>
            <p:extLst>
              <p:ext uri="{D42A27DB-BD31-4B8C-83A1-F6EECF244321}">
                <p14:modId xmlns:p14="http://schemas.microsoft.com/office/powerpoint/2010/main" val="2868866264"/>
              </p:ext>
            </p:extLst>
          </p:nvPr>
        </p:nvGraphicFramePr>
        <p:xfrm>
          <a:off x="1054847" y="1287886"/>
          <a:ext cx="8994589"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41487" y="693318"/>
            <a:ext cx="10198231" cy="830997"/>
          </a:xfrm>
        </p:spPr>
        <p:txBody>
          <a:bodyPr>
            <a:noAutofit/>
          </a:bodyPr>
          <a:lstStyle/>
          <a:p>
            <a:r>
              <a:rPr lang="en-IN" sz="4400" dirty="0"/>
              <a:t>DATASET OVERVIEW &amp; DATA CLEANING</a:t>
            </a:r>
            <a:endParaRPr lang="en-IN" sz="4300" dirty="0"/>
          </a:p>
        </p:txBody>
      </p:sp>
      <p:graphicFrame>
        <p:nvGraphicFramePr>
          <p:cNvPr id="6" name="Diagram 5">
            <a:extLst>
              <a:ext uri="{FF2B5EF4-FFF2-40B4-BE49-F238E27FC236}">
                <a16:creationId xmlns:a16="http://schemas.microsoft.com/office/drawing/2014/main" id="{B529C160-B909-47A9-A1BB-BDCBD5617B2D}"/>
              </a:ext>
            </a:extLst>
          </p:cNvPr>
          <p:cNvGraphicFramePr/>
          <p:nvPr>
            <p:extLst>
              <p:ext uri="{D42A27DB-BD31-4B8C-83A1-F6EECF244321}">
                <p14:modId xmlns:p14="http://schemas.microsoft.com/office/powerpoint/2010/main" val="2510627225"/>
              </p:ext>
            </p:extLst>
          </p:nvPr>
        </p:nvGraphicFramePr>
        <p:xfrm>
          <a:off x="541487" y="1787704"/>
          <a:ext cx="5177995" cy="1015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44223E69-9699-4120-A711-7255576E488D}"/>
              </a:ext>
            </a:extLst>
          </p:cNvPr>
          <p:cNvPicPr>
            <a:picLocks noChangeAspect="1"/>
          </p:cNvPicPr>
          <p:nvPr/>
        </p:nvPicPr>
        <p:blipFill rotWithShape="1">
          <a:blip r:embed="rId8"/>
          <a:srcRect l="2445" b="2977"/>
          <a:stretch/>
        </p:blipFill>
        <p:spPr>
          <a:xfrm>
            <a:off x="5540188" y="2882538"/>
            <a:ext cx="6517341" cy="2400131"/>
          </a:xfrm>
          <a:prstGeom prst="rect">
            <a:avLst/>
          </a:prstGeom>
        </p:spPr>
      </p:pic>
      <p:sp>
        <p:nvSpPr>
          <p:cNvPr id="9" name="Rectangle 1">
            <a:extLst>
              <a:ext uri="{FF2B5EF4-FFF2-40B4-BE49-F238E27FC236}">
                <a16:creationId xmlns:a16="http://schemas.microsoft.com/office/drawing/2014/main" id="{E817DBFE-0B0A-4D3A-BB12-253E02C816ED}"/>
              </a:ext>
            </a:extLst>
          </p:cNvPr>
          <p:cNvSpPr>
            <a:spLocks noChangeArrowheads="1"/>
          </p:cNvSpPr>
          <p:nvPr/>
        </p:nvSpPr>
        <p:spPr bwMode="auto">
          <a:xfrm>
            <a:off x="469770" y="3220566"/>
            <a:ext cx="499870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chemeClr val="tx1"/>
                </a:solidFill>
                <a:effectLst/>
              </a:rPr>
              <a:t>Rainfall_mm</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Soil_Moisture_pct</a:t>
            </a:r>
            <a:r>
              <a:rPr kumimoji="0" lang="en-US" altLang="en-US" sz="1600" b="0" i="0" u="none" strike="noStrike" cap="none" normalizeH="0" baseline="0" dirty="0">
                <a:ln>
                  <a:noFill/>
                </a:ln>
                <a:solidFill>
                  <a:schemeClr val="tx1"/>
                </a:solidFill>
                <a:effectLst/>
              </a:rPr>
              <a:t> and </a:t>
            </a:r>
            <a:r>
              <a:rPr kumimoji="0" lang="en-US" altLang="en-US" sz="1600" b="0" i="0" u="none" strike="noStrike" cap="none" normalizeH="0" baseline="0" dirty="0" err="1">
                <a:ln>
                  <a:noFill/>
                </a:ln>
                <a:solidFill>
                  <a:schemeClr val="tx1"/>
                </a:solidFill>
                <a:effectLst/>
              </a:rPr>
              <a:t>Yield_Tonnes_Ha</a:t>
            </a:r>
            <a:r>
              <a:rPr kumimoji="0" lang="en-US" altLang="en-US" sz="1600" b="0" i="0" u="none" strike="noStrike" cap="none" normalizeH="0" baseline="0" dirty="0">
                <a:ln>
                  <a:noFill/>
                </a:ln>
                <a:solidFill>
                  <a:schemeClr val="tx1"/>
                </a:solidFill>
                <a:effectLst/>
              </a:rPr>
              <a:t> had missing values (0.8%–1.2% of rows).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The affected variables were examined for distribution shape before imputation.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Missing values were treated using median/mean-based imputation, followed by a post-cleaning check.</a:t>
            </a:r>
          </a:p>
        </p:txBody>
      </p:sp>
      <p:sp>
        <p:nvSpPr>
          <p:cNvPr id="10" name="Rectangle 9">
            <a:extLst>
              <a:ext uri="{FF2B5EF4-FFF2-40B4-BE49-F238E27FC236}">
                <a16:creationId xmlns:a16="http://schemas.microsoft.com/office/drawing/2014/main" id="{4E8B0AEF-910E-47E8-8037-DE6FED9E1E70}"/>
              </a:ext>
            </a:extLst>
          </p:cNvPr>
          <p:cNvSpPr/>
          <p:nvPr/>
        </p:nvSpPr>
        <p:spPr>
          <a:xfrm>
            <a:off x="541487" y="5640923"/>
            <a:ext cx="8459078" cy="830997"/>
          </a:xfrm>
          <a:prstGeom prst="rect">
            <a:avLst/>
          </a:prstGeom>
          <a:solidFill>
            <a:srgbClr val="DAE2EF"/>
          </a:solidFill>
        </p:spPr>
        <p:txBody>
          <a:bodyPr wrap="square">
            <a:spAutoFit/>
          </a:bodyPr>
          <a:lstStyle/>
          <a:p>
            <a:r>
              <a:rPr lang="en-US" sz="1600" dirty="0"/>
              <a:t>Rainfall and soil moisture showed relatively stable distributions, while yield was strongly right-skewed. Median-based treatment was therefore preferred where appropriate to reduce sensitivity to extreme values.</a:t>
            </a:r>
            <a:endParaRPr lang="en-IN" sz="1600" dirty="0"/>
          </a:p>
        </p:txBody>
      </p:sp>
      <p:sp>
        <p:nvSpPr>
          <p:cNvPr id="8" name="Rectangle 7">
            <a:extLst>
              <a:ext uri="{FF2B5EF4-FFF2-40B4-BE49-F238E27FC236}">
                <a16:creationId xmlns:a16="http://schemas.microsoft.com/office/drawing/2014/main" id="{8D899AC6-5B3D-4FF6-BCBA-AC7C7D093DF1}"/>
              </a:ext>
            </a:extLst>
          </p:cNvPr>
          <p:cNvSpPr/>
          <p:nvPr/>
        </p:nvSpPr>
        <p:spPr>
          <a:xfrm>
            <a:off x="6615953" y="1605544"/>
            <a:ext cx="555812" cy="52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12E43159-B526-4401-B83B-77BB5B52A12C}"/>
              </a:ext>
            </a:extLst>
          </p:cNvPr>
          <p:cNvSpPr/>
          <p:nvPr/>
        </p:nvSpPr>
        <p:spPr>
          <a:xfrm>
            <a:off x="9296400" y="5303719"/>
            <a:ext cx="519953" cy="523340"/>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9CB53F2-1EEA-45CE-8ACB-8ECF565C4775}"/>
              </a:ext>
            </a:extLst>
          </p:cNvPr>
          <p:cNvSpPr/>
          <p:nvPr/>
        </p:nvSpPr>
        <p:spPr>
          <a:xfrm>
            <a:off x="9296400" y="5827059"/>
            <a:ext cx="259976" cy="337623"/>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9373478" cy="830997"/>
          </a:xfrm>
        </p:spPr>
        <p:txBody>
          <a:bodyPr>
            <a:normAutofit fontScale="90000"/>
          </a:bodyPr>
          <a:lstStyle/>
          <a:p>
            <a:r>
              <a:rPr lang="en-GB" dirty="0"/>
              <a:t>HOW THE DATASET IS DISTRIBUTED</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A0FF3A7-8BDC-43F1-8813-C590D6748B88}"/>
              </a:ext>
            </a:extLst>
          </p:cNvPr>
          <p:cNvPicPr>
            <a:picLocks noChangeAspect="1"/>
          </p:cNvPicPr>
          <p:nvPr/>
        </p:nvPicPr>
        <p:blipFill rotWithShape="1">
          <a:blip r:embed="rId3"/>
          <a:srcRect l="4405" t="3898" r="4644" b="700"/>
          <a:stretch/>
        </p:blipFill>
        <p:spPr>
          <a:xfrm>
            <a:off x="675957" y="1561167"/>
            <a:ext cx="5129559" cy="3355385"/>
          </a:xfrm>
          <a:prstGeom prst="rect">
            <a:avLst/>
          </a:prstGeom>
        </p:spPr>
      </p:pic>
      <p:pic>
        <p:nvPicPr>
          <p:cNvPr id="3" name="Picture 2">
            <a:extLst>
              <a:ext uri="{FF2B5EF4-FFF2-40B4-BE49-F238E27FC236}">
                <a16:creationId xmlns:a16="http://schemas.microsoft.com/office/drawing/2014/main" id="{D6ED7617-497D-4682-907F-00818FF6912C}"/>
              </a:ext>
            </a:extLst>
          </p:cNvPr>
          <p:cNvPicPr>
            <a:picLocks noChangeAspect="1"/>
          </p:cNvPicPr>
          <p:nvPr/>
        </p:nvPicPr>
        <p:blipFill rotWithShape="1">
          <a:blip r:embed="rId4"/>
          <a:srcRect l="4864" t="3984" r="4754" b="2781"/>
          <a:stretch/>
        </p:blipFill>
        <p:spPr>
          <a:xfrm>
            <a:off x="6160491" y="1561167"/>
            <a:ext cx="4979899" cy="3295334"/>
          </a:xfrm>
          <a:prstGeom prst="rect">
            <a:avLst/>
          </a:prstGeom>
        </p:spPr>
      </p:pic>
      <p:sp>
        <p:nvSpPr>
          <p:cNvPr id="6" name="Rectangle 5">
            <a:extLst>
              <a:ext uri="{FF2B5EF4-FFF2-40B4-BE49-F238E27FC236}">
                <a16:creationId xmlns:a16="http://schemas.microsoft.com/office/drawing/2014/main" id="{35E539E5-D9FD-4D30-AAFF-EFBDDF52A920}"/>
              </a:ext>
            </a:extLst>
          </p:cNvPr>
          <p:cNvSpPr/>
          <p:nvPr/>
        </p:nvSpPr>
        <p:spPr>
          <a:xfrm>
            <a:off x="1106265" y="5582629"/>
            <a:ext cx="8055666" cy="584775"/>
          </a:xfrm>
          <a:prstGeom prst="rect">
            <a:avLst/>
          </a:prstGeom>
          <a:solidFill>
            <a:srgbClr val="DAE2EF"/>
          </a:solidFill>
        </p:spPr>
        <p:txBody>
          <a:bodyPr wrap="square">
            <a:spAutoFit/>
          </a:bodyPr>
          <a:lstStyle/>
          <a:p>
            <a:r>
              <a:rPr lang="en-US" sz="1600" dirty="0"/>
              <a:t>Kharif accounts for the largest share of records (44.5%), while Zaid represents a much smaller 14.8%. Flood irrigation is the most common irrigation method (32.8%).</a:t>
            </a:r>
            <a:endParaRPr lang="en-IN" sz="1600" dirty="0"/>
          </a:p>
        </p:txBody>
      </p:sp>
      <p:sp>
        <p:nvSpPr>
          <p:cNvPr id="9" name="Rectangle 8">
            <a:extLst>
              <a:ext uri="{FF2B5EF4-FFF2-40B4-BE49-F238E27FC236}">
                <a16:creationId xmlns:a16="http://schemas.microsoft.com/office/drawing/2014/main" id="{A970C0D5-0FCD-46C0-9408-38D48E1C8534}"/>
              </a:ext>
            </a:extLst>
          </p:cNvPr>
          <p:cNvSpPr/>
          <p:nvPr/>
        </p:nvSpPr>
        <p:spPr>
          <a:xfrm>
            <a:off x="9296399" y="5303719"/>
            <a:ext cx="573741" cy="518622"/>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DE77B7B-8112-4B3F-B32C-E0A40645856C}"/>
              </a:ext>
            </a:extLst>
          </p:cNvPr>
          <p:cNvSpPr/>
          <p:nvPr/>
        </p:nvSpPr>
        <p:spPr>
          <a:xfrm>
            <a:off x="9296400" y="5822340"/>
            <a:ext cx="277906" cy="255732"/>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8224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05627" y="359252"/>
            <a:ext cx="9454161" cy="830997"/>
          </a:xfrm>
        </p:spPr>
        <p:txBody>
          <a:bodyPr>
            <a:normAutofit/>
          </a:bodyPr>
          <a:lstStyle/>
          <a:p>
            <a:r>
              <a:rPr lang="en-IN" sz="4400" dirty="0"/>
              <a:t>OVERALL SEASONAL PERFORMANCE</a:t>
            </a:r>
            <a:endParaRPr lang="en-IN" sz="43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541C4D4-9051-40B6-981B-046291F9332E}"/>
              </a:ext>
            </a:extLst>
          </p:cNvPr>
          <p:cNvPicPr>
            <a:picLocks noChangeAspect="1"/>
          </p:cNvPicPr>
          <p:nvPr/>
        </p:nvPicPr>
        <p:blipFill rotWithShape="1">
          <a:blip r:embed="rId3"/>
          <a:srcRect l="7253" t="1938" r="10573" b="484"/>
          <a:stretch/>
        </p:blipFill>
        <p:spPr>
          <a:xfrm>
            <a:off x="5403037" y="1549266"/>
            <a:ext cx="5250664" cy="3367286"/>
          </a:xfrm>
          <a:prstGeom prst="rect">
            <a:avLst/>
          </a:prstGeom>
        </p:spPr>
      </p:pic>
      <p:sp>
        <p:nvSpPr>
          <p:cNvPr id="10" name="Rectangle 9">
            <a:extLst>
              <a:ext uri="{FF2B5EF4-FFF2-40B4-BE49-F238E27FC236}">
                <a16:creationId xmlns:a16="http://schemas.microsoft.com/office/drawing/2014/main" id="{4DD6BBF2-891A-46A6-856D-8433F325C8BF}"/>
              </a:ext>
            </a:extLst>
          </p:cNvPr>
          <p:cNvSpPr/>
          <p:nvPr/>
        </p:nvSpPr>
        <p:spPr>
          <a:xfrm>
            <a:off x="675957" y="5887145"/>
            <a:ext cx="8405290" cy="584775"/>
          </a:xfrm>
          <a:prstGeom prst="rect">
            <a:avLst/>
          </a:prstGeom>
          <a:solidFill>
            <a:srgbClr val="DAE2EF"/>
          </a:solidFill>
        </p:spPr>
        <p:txBody>
          <a:bodyPr wrap="square">
            <a:spAutoFit/>
          </a:bodyPr>
          <a:lstStyle/>
          <a:p>
            <a:r>
              <a:rPr lang="en-US" sz="1600" dirty="0"/>
              <a:t>Kharif leads across the major performance indicators, while Zaid consistently records the weakest yield, revenue and profitability.</a:t>
            </a:r>
            <a:endParaRPr lang="en-IN" sz="1600" dirty="0"/>
          </a:p>
        </p:txBody>
      </p:sp>
      <p:graphicFrame>
        <p:nvGraphicFramePr>
          <p:cNvPr id="12" name="Diagram 11">
            <a:extLst>
              <a:ext uri="{FF2B5EF4-FFF2-40B4-BE49-F238E27FC236}">
                <a16:creationId xmlns:a16="http://schemas.microsoft.com/office/drawing/2014/main" id="{FE8FA723-414F-4C1F-B42F-C78F7B4C17CA}"/>
              </a:ext>
            </a:extLst>
          </p:cNvPr>
          <p:cNvGraphicFramePr/>
          <p:nvPr>
            <p:extLst>
              <p:ext uri="{D42A27DB-BD31-4B8C-83A1-F6EECF244321}">
                <p14:modId xmlns:p14="http://schemas.microsoft.com/office/powerpoint/2010/main" val="2502434689"/>
              </p:ext>
            </p:extLst>
          </p:nvPr>
        </p:nvGraphicFramePr>
        <p:xfrm>
          <a:off x="-174096" y="1355658"/>
          <a:ext cx="5715913" cy="42390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6" name="Group 15">
            <a:extLst>
              <a:ext uri="{FF2B5EF4-FFF2-40B4-BE49-F238E27FC236}">
                <a16:creationId xmlns:a16="http://schemas.microsoft.com/office/drawing/2014/main" id="{305C4AEB-A5A5-40F0-84A8-4575051171C8}"/>
              </a:ext>
            </a:extLst>
          </p:cNvPr>
          <p:cNvGrpSpPr/>
          <p:nvPr/>
        </p:nvGrpSpPr>
        <p:grpSpPr>
          <a:xfrm>
            <a:off x="671644" y="1500950"/>
            <a:ext cx="4069601" cy="3404812"/>
            <a:chOff x="671644" y="1500950"/>
            <a:chExt cx="4069601" cy="3404812"/>
          </a:xfrm>
        </p:grpSpPr>
        <p:sp>
          <p:nvSpPr>
            <p:cNvPr id="13" name="TextBox 12">
              <a:extLst>
                <a:ext uri="{FF2B5EF4-FFF2-40B4-BE49-F238E27FC236}">
                  <a16:creationId xmlns:a16="http://schemas.microsoft.com/office/drawing/2014/main" id="{D1D006CF-C4B8-4CD0-B7F4-BC4BB0911A7B}"/>
                </a:ext>
              </a:extLst>
            </p:cNvPr>
            <p:cNvSpPr txBox="1"/>
            <p:nvPr/>
          </p:nvSpPr>
          <p:spPr>
            <a:xfrm>
              <a:off x="671644" y="1500950"/>
              <a:ext cx="1812387" cy="1200329"/>
            </a:xfrm>
            <a:prstGeom prst="rect">
              <a:avLst/>
            </a:prstGeom>
            <a:solidFill>
              <a:srgbClr val="BECDE4"/>
            </a:solidFill>
          </p:spPr>
          <p:txBody>
            <a:bodyPr wrap="square" rtlCol="0">
              <a:spAutoFit/>
            </a:bodyPr>
            <a:lstStyle/>
            <a:p>
              <a:r>
                <a:rPr lang="en-IN" sz="1200" b="1" dirty="0">
                  <a:solidFill>
                    <a:schemeClr val="accent2">
                      <a:lumMod val="50000"/>
                    </a:schemeClr>
                  </a:solidFill>
                </a:rPr>
                <a:t>Highest overall performance</a:t>
              </a:r>
            </a:p>
            <a:p>
              <a:r>
                <a:rPr lang="en-IN" sz="1200" dirty="0">
                  <a:solidFill>
                    <a:schemeClr val="accent2">
                      <a:lumMod val="50000"/>
                    </a:schemeClr>
                  </a:solidFill>
                </a:rPr>
                <a:t>Median yield: 1.94 t/ha </a:t>
              </a:r>
            </a:p>
            <a:p>
              <a:r>
                <a:rPr lang="en-IN" sz="1200" dirty="0">
                  <a:solidFill>
                    <a:schemeClr val="accent2">
                      <a:lumMod val="50000"/>
                    </a:schemeClr>
                  </a:solidFill>
                </a:rPr>
                <a:t>Median revenue: ₹520,196 </a:t>
              </a:r>
            </a:p>
            <a:p>
              <a:r>
                <a:rPr lang="en-IN" sz="1200" dirty="0">
                  <a:solidFill>
                    <a:schemeClr val="accent2">
                      <a:lumMod val="50000"/>
                    </a:schemeClr>
                  </a:solidFill>
                </a:rPr>
                <a:t>Median profit: ₹38,808 </a:t>
              </a:r>
            </a:p>
          </p:txBody>
        </p:sp>
        <p:sp>
          <p:nvSpPr>
            <p:cNvPr id="14" name="TextBox 13">
              <a:extLst>
                <a:ext uri="{FF2B5EF4-FFF2-40B4-BE49-F238E27FC236}">
                  <a16:creationId xmlns:a16="http://schemas.microsoft.com/office/drawing/2014/main" id="{B6BD7324-D504-4DD5-8792-CBB86673682B}"/>
                </a:ext>
              </a:extLst>
            </p:cNvPr>
            <p:cNvSpPr txBox="1"/>
            <p:nvPr/>
          </p:nvSpPr>
          <p:spPr>
            <a:xfrm>
              <a:off x="2928858" y="1503863"/>
              <a:ext cx="1812387" cy="1200329"/>
            </a:xfrm>
            <a:prstGeom prst="rect">
              <a:avLst/>
            </a:prstGeom>
            <a:solidFill>
              <a:srgbClr val="D3DDEC"/>
            </a:solidFill>
          </p:spPr>
          <p:txBody>
            <a:bodyPr wrap="square" rtlCol="0">
              <a:spAutoFit/>
            </a:bodyPr>
            <a:lstStyle/>
            <a:p>
              <a:r>
                <a:rPr lang="en-IN" sz="1200" b="1" dirty="0">
                  <a:solidFill>
                    <a:schemeClr val="accent2">
                      <a:lumMod val="50000"/>
                    </a:schemeClr>
                  </a:solidFill>
                </a:rPr>
                <a:t>Intermediate performance</a:t>
              </a:r>
              <a:endParaRPr lang="en-IN" sz="1200" dirty="0">
                <a:solidFill>
                  <a:schemeClr val="accent2">
                    <a:lumMod val="50000"/>
                  </a:schemeClr>
                </a:solidFill>
              </a:endParaRPr>
            </a:p>
            <a:p>
              <a:r>
                <a:rPr lang="en-IN" sz="1200" dirty="0">
                  <a:solidFill>
                    <a:schemeClr val="accent2">
                      <a:lumMod val="50000"/>
                    </a:schemeClr>
                  </a:solidFill>
                </a:rPr>
                <a:t>Median yield: </a:t>
              </a:r>
              <a:r>
                <a:rPr lang="en-IN" sz="1200" b="1" dirty="0">
                  <a:solidFill>
                    <a:schemeClr val="accent2">
                      <a:lumMod val="50000"/>
                    </a:schemeClr>
                  </a:solidFill>
                </a:rPr>
                <a:t>1.67 t/ha</a:t>
              </a:r>
              <a:r>
                <a:rPr lang="en-IN" sz="1200" dirty="0">
                  <a:solidFill>
                    <a:schemeClr val="accent2">
                      <a:lumMod val="50000"/>
                    </a:schemeClr>
                  </a:solidFill>
                </a:rPr>
                <a:t> </a:t>
              </a:r>
            </a:p>
            <a:p>
              <a:r>
                <a:rPr lang="en-IN" sz="1200" dirty="0">
                  <a:solidFill>
                    <a:schemeClr val="accent2">
                      <a:lumMod val="50000"/>
                    </a:schemeClr>
                  </a:solidFill>
                </a:rPr>
                <a:t>Median revenue: </a:t>
              </a:r>
              <a:r>
                <a:rPr lang="en-IN" sz="1200" b="1" dirty="0">
                  <a:solidFill>
                    <a:schemeClr val="accent2">
                      <a:lumMod val="50000"/>
                    </a:schemeClr>
                  </a:solidFill>
                </a:rPr>
                <a:t>₹439,588</a:t>
              </a:r>
              <a:r>
                <a:rPr lang="en-IN" sz="1200" dirty="0">
                  <a:solidFill>
                    <a:schemeClr val="accent2">
                      <a:lumMod val="50000"/>
                    </a:schemeClr>
                  </a:solidFill>
                </a:rPr>
                <a:t> </a:t>
              </a:r>
            </a:p>
            <a:p>
              <a:r>
                <a:rPr lang="en-IN" sz="1200" dirty="0">
                  <a:solidFill>
                    <a:schemeClr val="accent2">
                      <a:lumMod val="50000"/>
                    </a:schemeClr>
                  </a:solidFill>
                </a:rPr>
                <a:t>Median profit: </a:t>
              </a:r>
              <a:r>
                <a:rPr lang="en-IN" sz="1200" b="1" dirty="0">
                  <a:solidFill>
                    <a:schemeClr val="accent2">
                      <a:lumMod val="50000"/>
                    </a:schemeClr>
                  </a:solidFill>
                </a:rPr>
                <a:t>−₹3,187</a:t>
              </a:r>
              <a:endParaRPr lang="en-IN" sz="1200" dirty="0">
                <a:solidFill>
                  <a:schemeClr val="accent2">
                    <a:lumMod val="50000"/>
                  </a:schemeClr>
                </a:solidFill>
              </a:endParaRPr>
            </a:p>
          </p:txBody>
        </p:sp>
        <p:sp>
          <p:nvSpPr>
            <p:cNvPr id="15" name="TextBox 14">
              <a:extLst>
                <a:ext uri="{FF2B5EF4-FFF2-40B4-BE49-F238E27FC236}">
                  <a16:creationId xmlns:a16="http://schemas.microsoft.com/office/drawing/2014/main" id="{891830D3-467A-423E-B365-383F6375E105}"/>
                </a:ext>
              </a:extLst>
            </p:cNvPr>
            <p:cNvSpPr txBox="1"/>
            <p:nvPr/>
          </p:nvSpPr>
          <p:spPr>
            <a:xfrm>
              <a:off x="1777666" y="3705433"/>
              <a:ext cx="1812387" cy="1200329"/>
            </a:xfrm>
            <a:prstGeom prst="rect">
              <a:avLst/>
            </a:prstGeom>
            <a:solidFill>
              <a:srgbClr val="E8EDF5"/>
            </a:solidFill>
          </p:spPr>
          <p:txBody>
            <a:bodyPr wrap="square" rtlCol="0">
              <a:spAutoFit/>
            </a:bodyPr>
            <a:lstStyle/>
            <a:p>
              <a:r>
                <a:rPr lang="en-IN" sz="1200" b="1" dirty="0">
                  <a:solidFill>
                    <a:schemeClr val="accent2">
                      <a:lumMod val="50000"/>
                    </a:schemeClr>
                  </a:solidFill>
                </a:rPr>
                <a:t>Weakest overall performance</a:t>
              </a:r>
              <a:endParaRPr lang="en-IN" sz="1200" dirty="0">
                <a:solidFill>
                  <a:schemeClr val="accent2">
                    <a:lumMod val="50000"/>
                  </a:schemeClr>
                </a:solidFill>
              </a:endParaRPr>
            </a:p>
            <a:p>
              <a:r>
                <a:rPr lang="en-IN" sz="1200" dirty="0">
                  <a:solidFill>
                    <a:schemeClr val="accent2">
                      <a:lumMod val="50000"/>
                    </a:schemeClr>
                  </a:solidFill>
                </a:rPr>
                <a:t>Median yield: 1.46 t/ha </a:t>
              </a:r>
            </a:p>
            <a:p>
              <a:r>
                <a:rPr lang="en-IN" sz="1200" dirty="0">
                  <a:solidFill>
                    <a:schemeClr val="accent2">
                      <a:lumMod val="50000"/>
                    </a:schemeClr>
                  </a:solidFill>
                </a:rPr>
                <a:t>Median revenue: ₹373,700 </a:t>
              </a:r>
            </a:p>
            <a:p>
              <a:r>
                <a:rPr lang="en-IN" sz="1200" dirty="0">
                  <a:solidFill>
                    <a:schemeClr val="accent2">
                      <a:lumMod val="50000"/>
                    </a:schemeClr>
                  </a:solidFill>
                </a:rPr>
                <a:t>Median profit: −₹62,144</a:t>
              </a:r>
            </a:p>
          </p:txBody>
        </p:sp>
      </p:grpSp>
      <p:sp>
        <p:nvSpPr>
          <p:cNvPr id="17" name="Rectangle 16">
            <a:extLst>
              <a:ext uri="{FF2B5EF4-FFF2-40B4-BE49-F238E27FC236}">
                <a16:creationId xmlns:a16="http://schemas.microsoft.com/office/drawing/2014/main" id="{E149D62A-0B91-4AC8-BB6F-2E6CF79A51F7}"/>
              </a:ext>
            </a:extLst>
          </p:cNvPr>
          <p:cNvSpPr/>
          <p:nvPr/>
        </p:nvSpPr>
        <p:spPr>
          <a:xfrm>
            <a:off x="9296400" y="5275569"/>
            <a:ext cx="528918" cy="583426"/>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5E03B26B-7DA2-4511-8270-0A248F5996B0}"/>
              </a:ext>
            </a:extLst>
          </p:cNvPr>
          <p:cNvSpPr/>
          <p:nvPr/>
        </p:nvSpPr>
        <p:spPr>
          <a:xfrm>
            <a:off x="9296400" y="5769884"/>
            <a:ext cx="251012" cy="326116"/>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8264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65120" y="377108"/>
            <a:ext cx="9188479" cy="830997"/>
          </a:xfrm>
        </p:spPr>
        <p:txBody>
          <a:bodyPr>
            <a:normAutofit fontScale="90000"/>
          </a:bodyPr>
          <a:lstStyle/>
          <a:p>
            <a:r>
              <a:rPr lang="en-IN" dirty="0"/>
              <a:t>ENVIRONMENTAL CONDITIONS ACROSS SEASONS</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51EC9F35-618E-4839-8178-8C785A1F18F0}"/>
              </a:ext>
            </a:extLst>
          </p:cNvPr>
          <p:cNvPicPr>
            <a:picLocks noChangeAspect="1"/>
          </p:cNvPicPr>
          <p:nvPr/>
        </p:nvPicPr>
        <p:blipFill rotWithShape="1">
          <a:blip r:embed="rId3"/>
          <a:srcRect l="4341" r="2605" b="1679"/>
          <a:stretch/>
        </p:blipFill>
        <p:spPr>
          <a:xfrm>
            <a:off x="169361" y="2199291"/>
            <a:ext cx="3758042" cy="2441189"/>
          </a:xfrm>
          <a:prstGeom prst="rect">
            <a:avLst/>
          </a:prstGeom>
        </p:spPr>
      </p:pic>
      <p:pic>
        <p:nvPicPr>
          <p:cNvPr id="3" name="Picture 2">
            <a:extLst>
              <a:ext uri="{FF2B5EF4-FFF2-40B4-BE49-F238E27FC236}">
                <a16:creationId xmlns:a16="http://schemas.microsoft.com/office/drawing/2014/main" id="{159B925E-E4AF-4213-AA79-6EC97D886146}"/>
              </a:ext>
            </a:extLst>
          </p:cNvPr>
          <p:cNvPicPr>
            <a:picLocks noChangeAspect="1"/>
          </p:cNvPicPr>
          <p:nvPr/>
        </p:nvPicPr>
        <p:blipFill rotWithShape="1">
          <a:blip r:embed="rId4"/>
          <a:srcRect l="4646" t="5518" r="8056" b="1393"/>
          <a:stretch/>
        </p:blipFill>
        <p:spPr>
          <a:xfrm>
            <a:off x="4203311" y="2217520"/>
            <a:ext cx="3616018" cy="2451731"/>
          </a:xfrm>
          <a:prstGeom prst="rect">
            <a:avLst/>
          </a:prstGeom>
        </p:spPr>
      </p:pic>
      <p:pic>
        <p:nvPicPr>
          <p:cNvPr id="6" name="Picture 5">
            <a:extLst>
              <a:ext uri="{FF2B5EF4-FFF2-40B4-BE49-F238E27FC236}">
                <a16:creationId xmlns:a16="http://schemas.microsoft.com/office/drawing/2014/main" id="{10F792E3-4493-4390-A024-E4225FB6033F}"/>
              </a:ext>
            </a:extLst>
          </p:cNvPr>
          <p:cNvPicPr>
            <a:picLocks noChangeAspect="1"/>
          </p:cNvPicPr>
          <p:nvPr/>
        </p:nvPicPr>
        <p:blipFill rotWithShape="1">
          <a:blip r:embed="rId5"/>
          <a:srcRect l="6554" t="3222" r="8677" b="740"/>
          <a:stretch/>
        </p:blipFill>
        <p:spPr>
          <a:xfrm>
            <a:off x="8264598" y="2217520"/>
            <a:ext cx="3616018" cy="2422960"/>
          </a:xfrm>
          <a:prstGeom prst="rect">
            <a:avLst/>
          </a:prstGeom>
        </p:spPr>
      </p:pic>
      <p:sp>
        <p:nvSpPr>
          <p:cNvPr id="10" name="Rectangle 9">
            <a:extLst>
              <a:ext uri="{FF2B5EF4-FFF2-40B4-BE49-F238E27FC236}">
                <a16:creationId xmlns:a16="http://schemas.microsoft.com/office/drawing/2014/main" id="{94DF5D57-9D2A-4570-8A98-A030E040E66E}"/>
              </a:ext>
            </a:extLst>
          </p:cNvPr>
          <p:cNvSpPr/>
          <p:nvPr/>
        </p:nvSpPr>
        <p:spPr>
          <a:xfrm>
            <a:off x="6660776" y="1658471"/>
            <a:ext cx="403412" cy="3502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4FBE554-42BF-4042-B916-29594ACFEE10}"/>
              </a:ext>
            </a:extLst>
          </p:cNvPr>
          <p:cNvSpPr/>
          <p:nvPr/>
        </p:nvSpPr>
        <p:spPr>
          <a:xfrm>
            <a:off x="9296400" y="5303719"/>
            <a:ext cx="528918" cy="542812"/>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DFE31182-1791-44BD-B996-3D0E3B1261F8}"/>
              </a:ext>
            </a:extLst>
          </p:cNvPr>
          <p:cNvSpPr/>
          <p:nvPr/>
        </p:nvSpPr>
        <p:spPr>
          <a:xfrm>
            <a:off x="1626487" y="5669694"/>
            <a:ext cx="7669913" cy="830997"/>
          </a:xfrm>
          <a:prstGeom prst="rect">
            <a:avLst/>
          </a:prstGeom>
          <a:solidFill>
            <a:srgbClr val="DAE2EF"/>
          </a:solidFill>
        </p:spPr>
        <p:txBody>
          <a:bodyPr wrap="square">
            <a:spAutoFit/>
          </a:bodyPr>
          <a:lstStyle/>
          <a:p>
            <a:r>
              <a:rPr lang="en-US" sz="1600" dirty="0"/>
              <a:t>Zaid is the hottest and driest season, while Kharif has the highest rainfall and soil moisture. However, these environmental differences alone do not explain yield differences.</a:t>
            </a:r>
            <a:endParaRPr lang="en-IN" sz="1600" dirty="0"/>
          </a:p>
        </p:txBody>
      </p:sp>
      <p:sp>
        <p:nvSpPr>
          <p:cNvPr id="12" name="Rectangle 11">
            <a:extLst>
              <a:ext uri="{FF2B5EF4-FFF2-40B4-BE49-F238E27FC236}">
                <a16:creationId xmlns:a16="http://schemas.microsoft.com/office/drawing/2014/main" id="{1A26F9E3-C044-49ED-827C-752E6D431142}"/>
              </a:ext>
            </a:extLst>
          </p:cNvPr>
          <p:cNvSpPr/>
          <p:nvPr/>
        </p:nvSpPr>
        <p:spPr>
          <a:xfrm>
            <a:off x="9323293" y="5846531"/>
            <a:ext cx="251013" cy="238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9942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65120" y="377108"/>
            <a:ext cx="9188479" cy="830997"/>
          </a:xfrm>
        </p:spPr>
        <p:txBody>
          <a:bodyPr>
            <a:normAutofit fontScale="90000"/>
          </a:bodyPr>
          <a:lstStyle/>
          <a:p>
            <a:r>
              <a:rPr lang="en-IN" dirty="0"/>
              <a:t>RESOURCE USAGE ACROSS SEASONS</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Rectangle 9">
            <a:extLst>
              <a:ext uri="{FF2B5EF4-FFF2-40B4-BE49-F238E27FC236}">
                <a16:creationId xmlns:a16="http://schemas.microsoft.com/office/drawing/2014/main" id="{94DF5D57-9D2A-4570-8A98-A030E040E66E}"/>
              </a:ext>
            </a:extLst>
          </p:cNvPr>
          <p:cNvSpPr/>
          <p:nvPr/>
        </p:nvSpPr>
        <p:spPr>
          <a:xfrm>
            <a:off x="6660776" y="1658471"/>
            <a:ext cx="403412" cy="484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4FBE554-42BF-4042-B916-29594ACFEE10}"/>
              </a:ext>
            </a:extLst>
          </p:cNvPr>
          <p:cNvSpPr/>
          <p:nvPr/>
        </p:nvSpPr>
        <p:spPr>
          <a:xfrm>
            <a:off x="9296400" y="5303719"/>
            <a:ext cx="528918" cy="542812"/>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A26F9E3-C044-49ED-827C-752E6D431142}"/>
              </a:ext>
            </a:extLst>
          </p:cNvPr>
          <p:cNvSpPr/>
          <p:nvPr/>
        </p:nvSpPr>
        <p:spPr>
          <a:xfrm>
            <a:off x="9323293" y="5846531"/>
            <a:ext cx="251013" cy="238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3B58579C-4B45-4EB2-8F8B-F96A086261F7}"/>
              </a:ext>
            </a:extLst>
          </p:cNvPr>
          <p:cNvPicPr>
            <a:picLocks noChangeAspect="1"/>
          </p:cNvPicPr>
          <p:nvPr/>
        </p:nvPicPr>
        <p:blipFill>
          <a:blip r:embed="rId3"/>
          <a:stretch>
            <a:fillRect/>
          </a:stretch>
        </p:blipFill>
        <p:spPr>
          <a:xfrm>
            <a:off x="675957" y="1574080"/>
            <a:ext cx="9776890" cy="3031048"/>
          </a:xfrm>
          <a:prstGeom prst="rect">
            <a:avLst/>
          </a:prstGeom>
        </p:spPr>
      </p:pic>
      <p:sp>
        <p:nvSpPr>
          <p:cNvPr id="9" name="Rectangle 8">
            <a:extLst>
              <a:ext uri="{FF2B5EF4-FFF2-40B4-BE49-F238E27FC236}">
                <a16:creationId xmlns:a16="http://schemas.microsoft.com/office/drawing/2014/main" id="{DFE31182-1791-44BD-B996-3D0E3B1261F8}"/>
              </a:ext>
            </a:extLst>
          </p:cNvPr>
          <p:cNvSpPr/>
          <p:nvPr/>
        </p:nvSpPr>
        <p:spPr>
          <a:xfrm>
            <a:off x="860612" y="5307922"/>
            <a:ext cx="9592235" cy="1077218"/>
          </a:xfrm>
          <a:prstGeom prst="rect">
            <a:avLst/>
          </a:prstGeom>
          <a:solidFill>
            <a:srgbClr val="DAE2EF"/>
          </a:solidFill>
        </p:spPr>
        <p:txBody>
          <a:bodyPr wrap="square">
            <a:spAutoFit/>
          </a:bodyPr>
          <a:lstStyle/>
          <a:p>
            <a:r>
              <a:rPr lang="en-US" sz="1600" dirty="0"/>
              <a:t>None of the three resource inputs differ significantly by season (Kruskal-Wallis: Water p=0.051, Fertilizer p=0.59, Pesticide p=0.30) — farmers apply roughly constant input levels across Kharif, Rabi and Zaid, even though environmental conditions, yield and profit all vary sharply. Water usage came closest to significance, suggesting possible (but not yet strong) seasonal adjustment.</a:t>
            </a:r>
            <a:endParaRPr lang="en-IN" sz="1600" dirty="0"/>
          </a:p>
        </p:txBody>
      </p:sp>
    </p:spTree>
    <p:extLst>
      <p:ext uri="{BB962C8B-B14F-4D97-AF65-F5344CB8AC3E}">
        <p14:creationId xmlns:p14="http://schemas.microsoft.com/office/powerpoint/2010/main" val="343498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9221078" cy="830997"/>
          </a:xfrm>
        </p:spPr>
        <p:txBody>
          <a:bodyPr>
            <a:normAutofit fontScale="90000"/>
          </a:bodyPr>
          <a:lstStyle/>
          <a:p>
            <a:r>
              <a:rPr lang="en-IN" dirty="0"/>
              <a:t>CROP-WISE YIELD PERFORMANCE</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FC6D9E1-A041-486D-88F2-1AF145CE4AEB}"/>
              </a:ext>
            </a:extLst>
          </p:cNvPr>
          <p:cNvPicPr>
            <a:picLocks noChangeAspect="1"/>
          </p:cNvPicPr>
          <p:nvPr/>
        </p:nvPicPr>
        <p:blipFill rotWithShape="1">
          <a:blip r:embed="rId3"/>
          <a:srcRect l="1316" t="5110" r="1723"/>
          <a:stretch/>
        </p:blipFill>
        <p:spPr>
          <a:xfrm>
            <a:off x="198456" y="1527672"/>
            <a:ext cx="5425222" cy="3222370"/>
          </a:xfrm>
          <a:prstGeom prst="rect">
            <a:avLst/>
          </a:prstGeom>
        </p:spPr>
      </p:pic>
      <p:pic>
        <p:nvPicPr>
          <p:cNvPr id="3" name="Picture 2">
            <a:extLst>
              <a:ext uri="{FF2B5EF4-FFF2-40B4-BE49-F238E27FC236}">
                <a16:creationId xmlns:a16="http://schemas.microsoft.com/office/drawing/2014/main" id="{A745F4D0-FEBD-4482-A58F-AFC677357061}"/>
              </a:ext>
            </a:extLst>
          </p:cNvPr>
          <p:cNvPicPr>
            <a:picLocks noChangeAspect="1"/>
          </p:cNvPicPr>
          <p:nvPr/>
        </p:nvPicPr>
        <p:blipFill rotWithShape="1">
          <a:blip r:embed="rId4"/>
          <a:srcRect l="2680"/>
          <a:stretch/>
        </p:blipFill>
        <p:spPr>
          <a:xfrm>
            <a:off x="6096000" y="1446934"/>
            <a:ext cx="4778188" cy="3383846"/>
          </a:xfrm>
          <a:prstGeom prst="rect">
            <a:avLst/>
          </a:prstGeom>
        </p:spPr>
      </p:pic>
      <p:sp>
        <p:nvSpPr>
          <p:cNvPr id="6" name="Rectangle 5">
            <a:extLst>
              <a:ext uri="{FF2B5EF4-FFF2-40B4-BE49-F238E27FC236}">
                <a16:creationId xmlns:a16="http://schemas.microsoft.com/office/drawing/2014/main" id="{672F5557-F414-4C61-80E6-8048F5A8AD03}"/>
              </a:ext>
            </a:extLst>
          </p:cNvPr>
          <p:cNvSpPr/>
          <p:nvPr/>
        </p:nvSpPr>
        <p:spPr>
          <a:xfrm>
            <a:off x="860612" y="5330328"/>
            <a:ext cx="10013575" cy="830997"/>
          </a:xfrm>
          <a:prstGeom prst="rect">
            <a:avLst/>
          </a:prstGeom>
          <a:solidFill>
            <a:srgbClr val="D3DDEC"/>
          </a:solidFill>
        </p:spPr>
        <p:txBody>
          <a:bodyPr wrap="square">
            <a:spAutoFit/>
          </a:bodyPr>
          <a:lstStyle/>
          <a:p>
            <a:r>
              <a:rPr lang="en-US" sz="1600" dirty="0"/>
              <a:t>Sugarcane's median yield (47.9 t/ha) dwarfs every other crop. Across the other crops, yield is generally highest in Kharif and lowest in Zaid. Sugarcane has a substantially higher yield per hectare than the other crops in this dataset.</a:t>
            </a:r>
            <a:endParaRPr lang="en-IN" sz="1600" dirty="0"/>
          </a:p>
        </p:txBody>
      </p:sp>
    </p:spTree>
    <p:extLst>
      <p:ext uri="{BB962C8B-B14F-4D97-AF65-F5344CB8AC3E}">
        <p14:creationId xmlns:p14="http://schemas.microsoft.com/office/powerpoint/2010/main" val="131753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10422350" cy="830997"/>
          </a:xfrm>
        </p:spPr>
        <p:txBody>
          <a:bodyPr>
            <a:noAutofit/>
          </a:bodyPr>
          <a:lstStyle/>
          <a:p>
            <a:r>
              <a:rPr lang="en-IN" sz="4300" dirty="0"/>
              <a:t>REGIONAL PATTERNS &amp; STATISTICAL SIGNIFICANCE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C74BE9C-C0B8-403A-ADFD-F9AFFF4CEDC2}"/>
              </a:ext>
            </a:extLst>
          </p:cNvPr>
          <p:cNvPicPr>
            <a:picLocks noChangeAspect="1"/>
          </p:cNvPicPr>
          <p:nvPr/>
        </p:nvPicPr>
        <p:blipFill rotWithShape="1">
          <a:blip r:embed="rId3"/>
          <a:srcRect l="4425" t="4963" r="2993"/>
          <a:stretch/>
        </p:blipFill>
        <p:spPr>
          <a:xfrm>
            <a:off x="6177525" y="1847269"/>
            <a:ext cx="5243511" cy="3542841"/>
          </a:xfrm>
          <a:prstGeom prst="rect">
            <a:avLst/>
          </a:prstGeom>
        </p:spPr>
      </p:pic>
      <p:pic>
        <p:nvPicPr>
          <p:cNvPr id="3" name="Picture 2">
            <a:extLst>
              <a:ext uri="{FF2B5EF4-FFF2-40B4-BE49-F238E27FC236}">
                <a16:creationId xmlns:a16="http://schemas.microsoft.com/office/drawing/2014/main" id="{18154E72-157C-4C52-AFF7-A13CEE878E57}"/>
              </a:ext>
            </a:extLst>
          </p:cNvPr>
          <p:cNvPicPr>
            <a:picLocks noChangeAspect="1"/>
          </p:cNvPicPr>
          <p:nvPr/>
        </p:nvPicPr>
        <p:blipFill rotWithShape="1">
          <a:blip r:embed="rId4"/>
          <a:srcRect l="3542" t="2105" r="4287"/>
          <a:stretch/>
        </p:blipFill>
        <p:spPr>
          <a:xfrm>
            <a:off x="597606" y="1850386"/>
            <a:ext cx="5005336" cy="3536608"/>
          </a:xfrm>
          <a:prstGeom prst="rect">
            <a:avLst/>
          </a:prstGeom>
        </p:spPr>
      </p:pic>
      <p:sp>
        <p:nvSpPr>
          <p:cNvPr id="6" name="Rectangle 5">
            <a:extLst>
              <a:ext uri="{FF2B5EF4-FFF2-40B4-BE49-F238E27FC236}">
                <a16:creationId xmlns:a16="http://schemas.microsoft.com/office/drawing/2014/main" id="{DD06C06E-4FA9-438E-8704-808FFF117BEA}"/>
              </a:ext>
            </a:extLst>
          </p:cNvPr>
          <p:cNvSpPr/>
          <p:nvPr/>
        </p:nvSpPr>
        <p:spPr>
          <a:xfrm>
            <a:off x="1066800" y="5656414"/>
            <a:ext cx="10354236" cy="830997"/>
          </a:xfrm>
          <a:prstGeom prst="rect">
            <a:avLst/>
          </a:prstGeom>
          <a:solidFill>
            <a:srgbClr val="E8EDF5"/>
          </a:solidFill>
        </p:spPr>
        <p:txBody>
          <a:bodyPr wrap="square">
            <a:spAutoFit/>
          </a:bodyPr>
          <a:lstStyle/>
          <a:p>
            <a:r>
              <a:rPr lang="en-US" sz="1600" b="1" dirty="0"/>
              <a:t>Kruskal–Wallis test: </a:t>
            </a:r>
            <a:r>
              <a:rPr lang="en-US" sz="1600" dirty="0"/>
              <a:t>Profit differs significantly across seasons (H = 101.93, p &lt; 0.001). Every state records positive median profit in Kharif and negative median profit in Zaid, showing that the seasonal profitability pattern is consistent across regions. Yield also differs significantly across seasons (H = 68.71, p &lt; 0.001).</a:t>
            </a:r>
            <a:endParaRPr lang="en-IN" sz="1600" dirty="0"/>
          </a:p>
        </p:txBody>
      </p:sp>
      <p:sp>
        <p:nvSpPr>
          <p:cNvPr id="9" name="Rectangle 8">
            <a:extLst>
              <a:ext uri="{FF2B5EF4-FFF2-40B4-BE49-F238E27FC236}">
                <a16:creationId xmlns:a16="http://schemas.microsoft.com/office/drawing/2014/main" id="{240ED232-050F-4988-9681-98B406203E78}"/>
              </a:ext>
            </a:extLst>
          </p:cNvPr>
          <p:cNvSpPr/>
          <p:nvPr/>
        </p:nvSpPr>
        <p:spPr>
          <a:xfrm>
            <a:off x="6660776" y="1640541"/>
            <a:ext cx="403412" cy="206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BD5A7BA-27C4-4454-8B8A-2BE3E84CAD66}"/>
              </a:ext>
            </a:extLst>
          </p:cNvPr>
          <p:cNvSpPr/>
          <p:nvPr/>
        </p:nvSpPr>
        <p:spPr>
          <a:xfrm>
            <a:off x="9332259" y="5386994"/>
            <a:ext cx="510988" cy="2694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515EA7D-D538-4177-ACAC-9527C7F28036}"/>
              </a:ext>
            </a:extLst>
          </p:cNvPr>
          <p:cNvSpPr>
            <a:spLocks noGrp="1"/>
          </p:cNvSpPr>
          <p:nvPr>
            <p:ph type="title"/>
          </p:nvPr>
        </p:nvSpPr>
        <p:spPr>
          <a:xfrm>
            <a:off x="720164" y="365942"/>
            <a:ext cx="10411013" cy="830997"/>
          </a:xfrm>
        </p:spPr>
        <p:txBody>
          <a:bodyPr>
            <a:normAutofit fontScale="90000"/>
          </a:bodyPr>
          <a:lstStyle/>
          <a:p>
            <a:r>
              <a:rPr lang="en-US" dirty="0"/>
              <a:t>WHAT DRIVES YIELD? CORRELATION ANALYSIS</a:t>
            </a:r>
            <a:endParaRPr lang="en-IN" dirty="0"/>
          </a:p>
        </p:txBody>
      </p:sp>
      <p:pic>
        <p:nvPicPr>
          <p:cNvPr id="10" name="Picture 9">
            <a:extLst>
              <a:ext uri="{FF2B5EF4-FFF2-40B4-BE49-F238E27FC236}">
                <a16:creationId xmlns:a16="http://schemas.microsoft.com/office/drawing/2014/main" id="{A6201714-AF18-4004-A17C-FE72952B72A3}"/>
              </a:ext>
            </a:extLst>
          </p:cNvPr>
          <p:cNvPicPr>
            <a:picLocks noChangeAspect="1"/>
          </p:cNvPicPr>
          <p:nvPr/>
        </p:nvPicPr>
        <p:blipFill rotWithShape="1">
          <a:blip r:embed="rId2"/>
          <a:srcRect b="1736"/>
          <a:stretch/>
        </p:blipFill>
        <p:spPr>
          <a:xfrm>
            <a:off x="645458" y="1801479"/>
            <a:ext cx="5450541" cy="4590357"/>
          </a:xfrm>
          <a:prstGeom prst="rect">
            <a:avLst/>
          </a:prstGeom>
        </p:spPr>
      </p:pic>
      <p:sp>
        <p:nvSpPr>
          <p:cNvPr id="11" name="Rectangle 10">
            <a:extLst>
              <a:ext uri="{FF2B5EF4-FFF2-40B4-BE49-F238E27FC236}">
                <a16:creationId xmlns:a16="http://schemas.microsoft.com/office/drawing/2014/main" id="{C6A65988-D773-4F14-8C43-5FCD5014097C}"/>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
            <a:extLst>
              <a:ext uri="{FF2B5EF4-FFF2-40B4-BE49-F238E27FC236}">
                <a16:creationId xmlns:a16="http://schemas.microsoft.com/office/drawing/2014/main" id="{92D02C1B-6005-4D44-9CEF-C666FA3E1897}"/>
              </a:ext>
            </a:extLst>
          </p:cNvPr>
          <p:cNvSpPr>
            <a:spLocks noChangeArrowheads="1"/>
          </p:cNvSpPr>
          <p:nvPr/>
        </p:nvSpPr>
        <p:spPr bwMode="auto">
          <a:xfrm>
            <a:off x="6682743" y="1621299"/>
            <a:ext cx="4550033" cy="4770537"/>
          </a:xfrm>
          <a:prstGeom prst="rect">
            <a:avLst/>
          </a:prstGeom>
          <a:solidFill>
            <a:schemeClr val="accent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Correlation with Yield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2"/>
                </a:solidFill>
                <a:effectLst/>
              </a:rPr>
              <a:t>Rainfall: </a:t>
            </a:r>
            <a:r>
              <a:rPr kumimoji="0" lang="en-US" altLang="en-US" sz="1600" b="1" i="0" u="none" strike="noStrike" cap="none" normalizeH="0" baseline="0" dirty="0">
                <a:ln>
                  <a:noFill/>
                </a:ln>
                <a:solidFill>
                  <a:schemeClr val="accent2"/>
                </a:solidFill>
                <a:effectLst/>
              </a:rPr>
              <a:t>0.03</a:t>
            </a:r>
            <a:r>
              <a:rPr kumimoji="0" lang="en-US" altLang="en-US" sz="1600" b="0" i="0" u="none" strike="noStrike" cap="none" normalizeH="0" baseline="0" dirty="0">
                <a:ln>
                  <a:noFill/>
                </a:ln>
                <a:solidFill>
                  <a:schemeClr val="accent2"/>
                </a:solidFill>
                <a:effectLst/>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2"/>
                </a:solidFill>
                <a:effectLst/>
              </a:rPr>
              <a:t>Soil Moisture: </a:t>
            </a:r>
            <a:r>
              <a:rPr kumimoji="0" lang="en-US" altLang="en-US" sz="1600" b="1" i="0" u="none" strike="noStrike" cap="none" normalizeH="0" baseline="0" dirty="0">
                <a:ln>
                  <a:noFill/>
                </a:ln>
                <a:solidFill>
                  <a:schemeClr val="accent2"/>
                </a:solidFill>
                <a:effectLst/>
              </a:rPr>
              <a:t>0.01</a:t>
            </a:r>
            <a:r>
              <a:rPr kumimoji="0" lang="en-US" altLang="en-US" sz="1600" b="0" i="0" u="none" strike="noStrike" cap="none" normalizeH="0" baseline="0" dirty="0">
                <a:ln>
                  <a:noFill/>
                </a:ln>
                <a:solidFill>
                  <a:schemeClr val="accent2"/>
                </a:solidFill>
                <a:effectLst/>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2"/>
                </a:solidFill>
                <a:effectLst/>
              </a:rPr>
              <a:t>Seed Quality: </a:t>
            </a:r>
            <a:r>
              <a:rPr kumimoji="0" lang="en-US" altLang="en-US" sz="1600" b="1" i="0" u="none" strike="noStrike" cap="none" normalizeH="0" baseline="0" dirty="0">
                <a:ln>
                  <a:noFill/>
                </a:ln>
                <a:solidFill>
                  <a:schemeClr val="accent2"/>
                </a:solidFill>
                <a:effectLst/>
              </a:rPr>
              <a:t>−0.01</a:t>
            </a:r>
            <a:r>
              <a:rPr kumimoji="0" lang="en-US" altLang="en-US" sz="1600" b="0" i="0" u="none" strike="noStrike" cap="none" normalizeH="0" baseline="0" dirty="0">
                <a:ln>
                  <a:noFill/>
                </a:ln>
                <a:solidFill>
                  <a:schemeClr val="accent2"/>
                </a:solidFill>
                <a:effectLst/>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2"/>
                </a:solidFill>
                <a:effectLst/>
              </a:rPr>
              <a:t>Fertilizer Use: </a:t>
            </a:r>
            <a:r>
              <a:rPr kumimoji="0" lang="en-US" altLang="en-US" sz="1600" b="1" i="0" u="none" strike="noStrike" cap="none" normalizeH="0" baseline="0" dirty="0">
                <a:ln>
                  <a:noFill/>
                </a:ln>
                <a:solidFill>
                  <a:schemeClr val="accent2"/>
                </a:solidFill>
                <a:effectLst/>
              </a:rPr>
              <a:t>0.00</a:t>
            </a:r>
            <a:r>
              <a:rPr kumimoji="0" lang="en-US" altLang="en-US" sz="1600" b="0" i="0" u="none" strike="noStrike" cap="none" normalizeH="0" baseline="0" dirty="0">
                <a:ln>
                  <a:noFill/>
                </a:ln>
                <a:solidFill>
                  <a:schemeClr val="accent2"/>
                </a:solidFill>
                <a:effectLst/>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2"/>
                </a:solidFill>
                <a:effectLst/>
              </a:rPr>
              <a:t>Disease/Pest Risk: </a:t>
            </a:r>
            <a:r>
              <a:rPr kumimoji="0" lang="en-US" altLang="en-US" sz="1600" b="1" i="0" u="none" strike="noStrike" cap="none" normalizeH="0" baseline="0" dirty="0">
                <a:ln>
                  <a:noFill/>
                </a:ln>
                <a:solidFill>
                  <a:schemeClr val="accent2"/>
                </a:solidFill>
                <a:effectLst/>
              </a:rPr>
              <a:t>0.01</a:t>
            </a:r>
            <a:r>
              <a:rPr kumimoji="0" lang="en-US" altLang="en-US" sz="1600" b="0" i="0" u="none" strike="noStrike" cap="none" normalizeH="0" baseline="0" dirty="0">
                <a:ln>
                  <a:noFill/>
                </a:ln>
                <a:solidFill>
                  <a:schemeClr val="accent2"/>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None of the individual environmental or input variables shows a meaningful linear relationship with yield. </a:t>
            </a:r>
            <a:r>
              <a:rPr kumimoji="0" lang="en-US" altLang="en-US" sz="1600" i="0" u="none" strike="noStrike" cap="none" normalizeH="0" baseline="0" dirty="0">
                <a:ln>
                  <a:noFill/>
                </a:ln>
                <a:solidFill>
                  <a:schemeClr val="tx1"/>
                </a:solidFill>
                <a:effectLst/>
              </a:rPr>
              <a:t>Water efficiency correlates strongly with yield (0.91), but it is mathematically derived from yield itself and therefore should not be interpreted as an independent driver.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Crop type, season and irrigation practice explain more of the observed variation than any single environmental or farming input.</a:t>
            </a:r>
          </a:p>
        </p:txBody>
      </p:sp>
    </p:spTree>
    <p:extLst>
      <p:ext uri="{BB962C8B-B14F-4D97-AF65-F5344CB8AC3E}">
        <p14:creationId xmlns:p14="http://schemas.microsoft.com/office/powerpoint/2010/main" val="1534298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2EAF906-2B55-49CA-A8DB-F2954FB909EC}"/>
              </a:ext>
            </a:extLst>
          </p:cNvPr>
          <p:cNvSpPr>
            <a:spLocks noGrp="1"/>
          </p:cNvSpPr>
          <p:nvPr>
            <p:ph type="title"/>
          </p:nvPr>
        </p:nvSpPr>
        <p:spPr>
          <a:xfrm>
            <a:off x="645459" y="491448"/>
            <a:ext cx="8985624" cy="830997"/>
          </a:xfrm>
        </p:spPr>
        <p:txBody>
          <a:bodyPr>
            <a:normAutofit fontScale="90000"/>
          </a:bodyPr>
          <a:lstStyle/>
          <a:p>
            <a:r>
              <a:rPr lang="en-IN" dirty="0"/>
              <a:t>IRRIGATION &amp; WATER EFFICIENCY</a:t>
            </a:r>
          </a:p>
        </p:txBody>
      </p:sp>
      <p:sp>
        <p:nvSpPr>
          <p:cNvPr id="10" name="Rectangle 9">
            <a:extLst>
              <a:ext uri="{FF2B5EF4-FFF2-40B4-BE49-F238E27FC236}">
                <a16:creationId xmlns:a16="http://schemas.microsoft.com/office/drawing/2014/main" id="{47B5B2CF-F90A-412D-BFDF-EF2AFAF183DB}"/>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2" name="Diagram 11">
            <a:extLst>
              <a:ext uri="{FF2B5EF4-FFF2-40B4-BE49-F238E27FC236}">
                <a16:creationId xmlns:a16="http://schemas.microsoft.com/office/drawing/2014/main" id="{B447AA79-2258-4179-86FA-2506A23E7DAD}"/>
              </a:ext>
            </a:extLst>
          </p:cNvPr>
          <p:cNvGraphicFramePr/>
          <p:nvPr>
            <p:extLst>
              <p:ext uri="{D42A27DB-BD31-4B8C-83A1-F6EECF244321}">
                <p14:modId xmlns:p14="http://schemas.microsoft.com/office/powerpoint/2010/main" val="1324854963"/>
              </p:ext>
            </p:extLst>
          </p:nvPr>
        </p:nvGraphicFramePr>
        <p:xfrm>
          <a:off x="1014506" y="1988991"/>
          <a:ext cx="4249270" cy="26337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Picture 12">
            <a:extLst>
              <a:ext uri="{FF2B5EF4-FFF2-40B4-BE49-F238E27FC236}">
                <a16:creationId xmlns:a16="http://schemas.microsoft.com/office/drawing/2014/main" id="{9B474EA3-47C9-4B5B-9654-3EC49F8EA710}"/>
              </a:ext>
            </a:extLst>
          </p:cNvPr>
          <p:cNvPicPr>
            <a:picLocks noChangeAspect="1"/>
          </p:cNvPicPr>
          <p:nvPr/>
        </p:nvPicPr>
        <p:blipFill rotWithShape="1">
          <a:blip r:embed="rId7"/>
          <a:srcRect l="4404" r="7038" b="2623"/>
          <a:stretch/>
        </p:blipFill>
        <p:spPr>
          <a:xfrm>
            <a:off x="6678707" y="1277176"/>
            <a:ext cx="4276018" cy="2701544"/>
          </a:xfrm>
          <a:prstGeom prst="rect">
            <a:avLst/>
          </a:prstGeom>
        </p:spPr>
      </p:pic>
      <p:pic>
        <p:nvPicPr>
          <p:cNvPr id="14" name="Picture 13">
            <a:extLst>
              <a:ext uri="{FF2B5EF4-FFF2-40B4-BE49-F238E27FC236}">
                <a16:creationId xmlns:a16="http://schemas.microsoft.com/office/drawing/2014/main" id="{4363CD74-EEA0-4233-8055-12C0FF3951A2}"/>
              </a:ext>
            </a:extLst>
          </p:cNvPr>
          <p:cNvPicPr>
            <a:picLocks noChangeAspect="1"/>
          </p:cNvPicPr>
          <p:nvPr/>
        </p:nvPicPr>
        <p:blipFill rotWithShape="1">
          <a:blip r:embed="rId8"/>
          <a:srcRect l="3611" t="836" r="8306" b="2009"/>
          <a:stretch/>
        </p:blipFill>
        <p:spPr>
          <a:xfrm>
            <a:off x="6678707" y="4258682"/>
            <a:ext cx="4276018" cy="2510118"/>
          </a:xfrm>
          <a:prstGeom prst="rect">
            <a:avLst/>
          </a:prstGeom>
        </p:spPr>
      </p:pic>
      <p:sp>
        <p:nvSpPr>
          <p:cNvPr id="15" name="Rectangle 14">
            <a:extLst>
              <a:ext uri="{FF2B5EF4-FFF2-40B4-BE49-F238E27FC236}">
                <a16:creationId xmlns:a16="http://schemas.microsoft.com/office/drawing/2014/main" id="{61E479AF-7D51-4616-9FE9-9100364BB3A0}"/>
              </a:ext>
            </a:extLst>
          </p:cNvPr>
          <p:cNvSpPr/>
          <p:nvPr/>
        </p:nvSpPr>
        <p:spPr>
          <a:xfrm>
            <a:off x="645459" y="5289334"/>
            <a:ext cx="5450541" cy="1077218"/>
          </a:xfrm>
          <a:prstGeom prst="rect">
            <a:avLst/>
          </a:prstGeom>
          <a:solidFill>
            <a:srgbClr val="DAE2EF"/>
          </a:solidFill>
        </p:spPr>
        <p:txBody>
          <a:bodyPr wrap="square">
            <a:spAutoFit/>
          </a:bodyPr>
          <a:lstStyle/>
          <a:p>
            <a:r>
              <a:rPr lang="en-US" sz="1600" dirty="0"/>
              <a:t>Flood irrigation uses substantially more water, while Rainfed records the highest median water efficiency. Drip provides a comparatively strong balance between yield and water use.</a:t>
            </a:r>
            <a:endParaRPr lang="en-IN" sz="1600" dirty="0"/>
          </a:p>
        </p:txBody>
      </p:sp>
    </p:spTree>
    <p:extLst>
      <p:ext uri="{BB962C8B-B14F-4D97-AF65-F5344CB8AC3E}">
        <p14:creationId xmlns:p14="http://schemas.microsoft.com/office/powerpoint/2010/main" val="3734074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4508657-D540-47DD-8B19-33A8DF096B07}"/>
              </a:ext>
            </a:extLst>
          </p:cNvPr>
          <p:cNvSpPr>
            <a:spLocks noGrp="1"/>
          </p:cNvSpPr>
          <p:nvPr>
            <p:ph type="title"/>
          </p:nvPr>
        </p:nvSpPr>
        <p:spPr>
          <a:xfrm>
            <a:off x="645459" y="339048"/>
            <a:ext cx="8985624" cy="830997"/>
          </a:xfrm>
        </p:spPr>
        <p:txBody>
          <a:bodyPr>
            <a:normAutofit fontScale="90000"/>
          </a:bodyPr>
          <a:lstStyle/>
          <a:p>
            <a:r>
              <a:rPr lang="en-US" dirty="0"/>
              <a:t>REVENUE &amp; PRODUCTION COST ACROSS SEASONS</a:t>
            </a:r>
            <a:endParaRPr lang="en-IN" dirty="0"/>
          </a:p>
        </p:txBody>
      </p:sp>
      <p:sp>
        <p:nvSpPr>
          <p:cNvPr id="10" name="Rectangle 9">
            <a:extLst>
              <a:ext uri="{FF2B5EF4-FFF2-40B4-BE49-F238E27FC236}">
                <a16:creationId xmlns:a16="http://schemas.microsoft.com/office/drawing/2014/main" id="{4D794022-689C-4A5A-B7DD-71486C94349B}"/>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F918F084-30BA-40C0-86E1-935D727F8404}"/>
              </a:ext>
            </a:extLst>
          </p:cNvPr>
          <p:cNvPicPr>
            <a:picLocks noChangeAspect="1"/>
          </p:cNvPicPr>
          <p:nvPr/>
        </p:nvPicPr>
        <p:blipFill rotWithShape="1">
          <a:blip r:embed="rId2"/>
          <a:srcRect l="3725" t="2115" r="2873"/>
          <a:stretch/>
        </p:blipFill>
        <p:spPr>
          <a:xfrm>
            <a:off x="645459" y="1966592"/>
            <a:ext cx="5068743" cy="3194871"/>
          </a:xfrm>
          <a:prstGeom prst="rect">
            <a:avLst/>
          </a:prstGeom>
        </p:spPr>
      </p:pic>
      <p:pic>
        <p:nvPicPr>
          <p:cNvPr id="12" name="Picture 11">
            <a:extLst>
              <a:ext uri="{FF2B5EF4-FFF2-40B4-BE49-F238E27FC236}">
                <a16:creationId xmlns:a16="http://schemas.microsoft.com/office/drawing/2014/main" id="{9D68EDA1-5A48-4FA9-A465-E91268921C22}"/>
              </a:ext>
            </a:extLst>
          </p:cNvPr>
          <p:cNvPicPr>
            <a:picLocks noChangeAspect="1"/>
          </p:cNvPicPr>
          <p:nvPr/>
        </p:nvPicPr>
        <p:blipFill rotWithShape="1">
          <a:blip r:embed="rId3"/>
          <a:srcRect l="3156" r="4211"/>
          <a:stretch/>
        </p:blipFill>
        <p:spPr>
          <a:xfrm>
            <a:off x="6477798" y="1885344"/>
            <a:ext cx="5068743" cy="3276119"/>
          </a:xfrm>
          <a:prstGeom prst="rect">
            <a:avLst/>
          </a:prstGeom>
        </p:spPr>
      </p:pic>
      <p:sp>
        <p:nvSpPr>
          <p:cNvPr id="13" name="Rectangle 12">
            <a:extLst>
              <a:ext uri="{FF2B5EF4-FFF2-40B4-BE49-F238E27FC236}">
                <a16:creationId xmlns:a16="http://schemas.microsoft.com/office/drawing/2014/main" id="{09476EC5-BABB-48E2-A15C-B1FCC31C6D88}"/>
              </a:ext>
            </a:extLst>
          </p:cNvPr>
          <p:cNvSpPr/>
          <p:nvPr/>
        </p:nvSpPr>
        <p:spPr>
          <a:xfrm>
            <a:off x="1106343" y="5542511"/>
            <a:ext cx="8889304" cy="830997"/>
          </a:xfrm>
          <a:prstGeom prst="rect">
            <a:avLst/>
          </a:prstGeom>
          <a:solidFill>
            <a:schemeClr val="accent2">
              <a:lumMod val="20000"/>
              <a:lumOff val="80000"/>
            </a:schemeClr>
          </a:solidFill>
        </p:spPr>
        <p:txBody>
          <a:bodyPr wrap="square">
            <a:spAutoFit/>
          </a:bodyPr>
          <a:lstStyle/>
          <a:p>
            <a:r>
              <a:rPr lang="en-US" sz="1600" dirty="0"/>
              <a:t>Kharif earns the highest median revenue (₹520,196) at a similar cost to the other seasons. Zaid combines the highest median production cost (₹534,833) with the lowest median revenue (₹373,700), contributing to its weak profitability.</a:t>
            </a:r>
            <a:endParaRPr lang="en-IN" sz="1600" dirty="0"/>
          </a:p>
        </p:txBody>
      </p:sp>
      <p:sp>
        <p:nvSpPr>
          <p:cNvPr id="14" name="Rectangle 13">
            <a:extLst>
              <a:ext uri="{FF2B5EF4-FFF2-40B4-BE49-F238E27FC236}">
                <a16:creationId xmlns:a16="http://schemas.microsoft.com/office/drawing/2014/main" id="{0AB509AA-096F-4D2B-836C-3031C0CCD059}"/>
              </a:ext>
            </a:extLst>
          </p:cNvPr>
          <p:cNvSpPr/>
          <p:nvPr/>
        </p:nvSpPr>
        <p:spPr>
          <a:xfrm>
            <a:off x="6687671" y="1640541"/>
            <a:ext cx="349623" cy="244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F1847487-B622-4DF1-8718-1A4565E90F9B}"/>
              </a:ext>
            </a:extLst>
          </p:cNvPr>
          <p:cNvSpPr/>
          <p:nvPr/>
        </p:nvSpPr>
        <p:spPr>
          <a:xfrm>
            <a:off x="9332259" y="5161463"/>
            <a:ext cx="537882" cy="381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86683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4508657-D540-47DD-8B19-33A8DF096B07}"/>
              </a:ext>
            </a:extLst>
          </p:cNvPr>
          <p:cNvSpPr>
            <a:spLocks noGrp="1"/>
          </p:cNvSpPr>
          <p:nvPr>
            <p:ph type="title"/>
          </p:nvPr>
        </p:nvSpPr>
        <p:spPr>
          <a:xfrm>
            <a:off x="537882" y="551778"/>
            <a:ext cx="4016188" cy="830997"/>
          </a:xfrm>
        </p:spPr>
        <p:txBody>
          <a:bodyPr>
            <a:normAutofit/>
          </a:bodyPr>
          <a:lstStyle/>
          <a:p>
            <a:r>
              <a:rPr lang="en-IN" sz="4300" dirty="0"/>
              <a:t>PROFITABILITY</a:t>
            </a:r>
          </a:p>
        </p:txBody>
      </p:sp>
      <p:sp>
        <p:nvSpPr>
          <p:cNvPr id="10" name="Rectangle 9">
            <a:extLst>
              <a:ext uri="{FF2B5EF4-FFF2-40B4-BE49-F238E27FC236}">
                <a16:creationId xmlns:a16="http://schemas.microsoft.com/office/drawing/2014/main" id="{4D794022-689C-4A5A-B7DD-71486C94349B}"/>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C9CDA374-5265-47F5-ABC9-4244F618E593}"/>
              </a:ext>
            </a:extLst>
          </p:cNvPr>
          <p:cNvPicPr>
            <a:picLocks noChangeAspect="1"/>
          </p:cNvPicPr>
          <p:nvPr/>
        </p:nvPicPr>
        <p:blipFill rotWithShape="1">
          <a:blip r:embed="rId2"/>
          <a:srcRect l="5623"/>
          <a:stretch/>
        </p:blipFill>
        <p:spPr>
          <a:xfrm>
            <a:off x="67043" y="1683754"/>
            <a:ext cx="4016188" cy="2964559"/>
          </a:xfrm>
          <a:prstGeom prst="rect">
            <a:avLst/>
          </a:prstGeom>
        </p:spPr>
      </p:pic>
      <p:sp>
        <p:nvSpPr>
          <p:cNvPr id="5" name="Rectangle 1">
            <a:extLst>
              <a:ext uri="{FF2B5EF4-FFF2-40B4-BE49-F238E27FC236}">
                <a16:creationId xmlns:a16="http://schemas.microsoft.com/office/drawing/2014/main" id="{D433F599-8978-4CA8-BBEB-139649A3C30F}"/>
              </a:ext>
            </a:extLst>
          </p:cNvPr>
          <p:cNvSpPr>
            <a:spLocks noChangeArrowheads="1"/>
          </p:cNvSpPr>
          <p:nvPr/>
        </p:nvSpPr>
        <p:spPr bwMode="auto">
          <a:xfrm>
            <a:off x="564776" y="5159837"/>
            <a:ext cx="8410856" cy="1323439"/>
          </a:xfrm>
          <a:prstGeom prst="rect">
            <a:avLst/>
          </a:prstGeom>
          <a:solidFill>
            <a:srgbClr val="D3DDEC"/>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Kharif is the only season with positive median profit and has the highest share of profitable farms. Zaid performs worst on both measures.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Yield and profit are only moderately correlated (r ≈ 0.49), showing that higher production does not automatically translate into higher profitability.</a:t>
            </a:r>
          </a:p>
        </p:txBody>
      </p:sp>
      <p:sp>
        <p:nvSpPr>
          <p:cNvPr id="7" name="Rectangle 6">
            <a:extLst>
              <a:ext uri="{FF2B5EF4-FFF2-40B4-BE49-F238E27FC236}">
                <a16:creationId xmlns:a16="http://schemas.microsoft.com/office/drawing/2014/main" id="{F14D41C9-F479-4316-9D7D-3FFC696EE694}"/>
              </a:ext>
            </a:extLst>
          </p:cNvPr>
          <p:cNvSpPr/>
          <p:nvPr/>
        </p:nvSpPr>
        <p:spPr>
          <a:xfrm>
            <a:off x="6678706" y="1595718"/>
            <a:ext cx="376518" cy="1784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88568D9-056F-444C-86BD-A3A22C42501B}"/>
              </a:ext>
            </a:extLst>
          </p:cNvPr>
          <p:cNvSpPr/>
          <p:nvPr/>
        </p:nvSpPr>
        <p:spPr>
          <a:xfrm>
            <a:off x="9341224" y="5870504"/>
            <a:ext cx="215152" cy="2165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924DBA8-7D64-4EA4-902C-550FA0C3B040}"/>
              </a:ext>
            </a:extLst>
          </p:cNvPr>
          <p:cNvSpPr/>
          <p:nvPr/>
        </p:nvSpPr>
        <p:spPr>
          <a:xfrm>
            <a:off x="9341224" y="5262282"/>
            <a:ext cx="475129" cy="608222"/>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Diagram 5">
            <a:extLst>
              <a:ext uri="{FF2B5EF4-FFF2-40B4-BE49-F238E27FC236}">
                <a16:creationId xmlns:a16="http://schemas.microsoft.com/office/drawing/2014/main" id="{22E64818-0B53-4048-912C-8C6F14E67BDE}"/>
              </a:ext>
            </a:extLst>
          </p:cNvPr>
          <p:cNvGraphicFramePr/>
          <p:nvPr>
            <p:extLst>
              <p:ext uri="{D42A27DB-BD31-4B8C-83A1-F6EECF244321}">
                <p14:modId xmlns:p14="http://schemas.microsoft.com/office/powerpoint/2010/main" val="3072391252"/>
              </p:ext>
            </p:extLst>
          </p:nvPr>
        </p:nvGraphicFramePr>
        <p:xfrm>
          <a:off x="6284260" y="286871"/>
          <a:ext cx="7064185" cy="80261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6B8C83D8-CA45-4276-B202-F079E35C1FE6}"/>
              </a:ext>
            </a:extLst>
          </p:cNvPr>
          <p:cNvPicPr>
            <a:picLocks noChangeAspect="1"/>
          </p:cNvPicPr>
          <p:nvPr/>
        </p:nvPicPr>
        <p:blipFill rotWithShape="1">
          <a:blip r:embed="rId8"/>
          <a:srcRect l="1787"/>
          <a:stretch/>
        </p:blipFill>
        <p:spPr>
          <a:xfrm>
            <a:off x="4083231" y="1774187"/>
            <a:ext cx="4016188" cy="2783692"/>
          </a:xfrm>
          <a:prstGeom prst="rect">
            <a:avLst/>
          </a:prstGeom>
        </p:spPr>
      </p:pic>
    </p:spTree>
    <p:extLst>
      <p:ext uri="{BB962C8B-B14F-4D97-AF65-F5344CB8AC3E}">
        <p14:creationId xmlns:p14="http://schemas.microsoft.com/office/powerpoint/2010/main" val="45195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4508657-D540-47DD-8B19-33A8DF096B07}"/>
              </a:ext>
            </a:extLst>
          </p:cNvPr>
          <p:cNvSpPr>
            <a:spLocks noGrp="1"/>
          </p:cNvSpPr>
          <p:nvPr>
            <p:ph type="title"/>
          </p:nvPr>
        </p:nvSpPr>
        <p:spPr>
          <a:xfrm>
            <a:off x="645459" y="339048"/>
            <a:ext cx="8985624" cy="830997"/>
          </a:xfrm>
        </p:spPr>
        <p:txBody>
          <a:bodyPr>
            <a:normAutofit/>
          </a:bodyPr>
          <a:lstStyle/>
          <a:p>
            <a:r>
              <a:rPr lang="en-US" sz="4300" dirty="0"/>
              <a:t>KEY FINDINGS &amp; CONCLUSION</a:t>
            </a:r>
            <a:endParaRPr lang="en-IN" sz="4300" dirty="0"/>
          </a:p>
        </p:txBody>
      </p:sp>
      <p:sp>
        <p:nvSpPr>
          <p:cNvPr id="10" name="Rectangle 9">
            <a:extLst>
              <a:ext uri="{FF2B5EF4-FFF2-40B4-BE49-F238E27FC236}">
                <a16:creationId xmlns:a16="http://schemas.microsoft.com/office/drawing/2014/main" id="{4D794022-689C-4A5A-B7DD-71486C94349B}"/>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9076EE7-7D4C-4F23-8459-795605DFAD48}"/>
              </a:ext>
            </a:extLst>
          </p:cNvPr>
          <p:cNvSpPr/>
          <p:nvPr/>
        </p:nvSpPr>
        <p:spPr>
          <a:xfrm>
            <a:off x="6669741" y="1640541"/>
            <a:ext cx="394447" cy="421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60AB42D4-4958-4CA4-9957-8753F07DC373}"/>
              </a:ext>
            </a:extLst>
          </p:cNvPr>
          <p:cNvSpPr/>
          <p:nvPr/>
        </p:nvSpPr>
        <p:spPr>
          <a:xfrm>
            <a:off x="9310255" y="5347855"/>
            <a:ext cx="517236" cy="471054"/>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144B99D6-5592-4F01-9C6C-BDD51962ED6A}"/>
              </a:ext>
            </a:extLst>
          </p:cNvPr>
          <p:cNvSpPr/>
          <p:nvPr/>
        </p:nvSpPr>
        <p:spPr>
          <a:xfrm>
            <a:off x="9335521" y="5892800"/>
            <a:ext cx="214880" cy="240144"/>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4" name="Diagram 3">
            <a:extLst>
              <a:ext uri="{FF2B5EF4-FFF2-40B4-BE49-F238E27FC236}">
                <a16:creationId xmlns:a16="http://schemas.microsoft.com/office/drawing/2014/main" id="{3B024175-5853-4B1C-9FC2-D60A2D381DB6}"/>
              </a:ext>
            </a:extLst>
          </p:cNvPr>
          <p:cNvGraphicFramePr/>
          <p:nvPr>
            <p:extLst>
              <p:ext uri="{D42A27DB-BD31-4B8C-83A1-F6EECF244321}">
                <p14:modId xmlns:p14="http://schemas.microsoft.com/office/powerpoint/2010/main" val="4076887821"/>
              </p:ext>
            </p:extLst>
          </p:nvPr>
        </p:nvGraphicFramePr>
        <p:xfrm>
          <a:off x="645459" y="1170045"/>
          <a:ext cx="9601200" cy="52264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75479019-839E-475D-B820-C72FA370F205}"/>
              </a:ext>
            </a:extLst>
          </p:cNvPr>
          <p:cNvSpPr txBox="1"/>
          <p:nvPr/>
        </p:nvSpPr>
        <p:spPr>
          <a:xfrm>
            <a:off x="1021976" y="1831765"/>
            <a:ext cx="475129" cy="338554"/>
          </a:xfrm>
          <a:prstGeom prst="rect">
            <a:avLst/>
          </a:prstGeom>
          <a:solidFill>
            <a:srgbClr val="C5ECF9"/>
          </a:solidFill>
        </p:spPr>
        <p:txBody>
          <a:bodyPr wrap="square" rtlCol="0">
            <a:spAutoFit/>
          </a:bodyPr>
          <a:lstStyle/>
          <a:p>
            <a:r>
              <a:rPr lang="en-US" sz="1600" b="1" dirty="0">
                <a:solidFill>
                  <a:schemeClr val="accent2">
                    <a:lumMod val="50000"/>
                  </a:schemeClr>
                </a:solidFill>
              </a:rPr>
              <a:t>01</a:t>
            </a:r>
            <a:endParaRPr lang="en-IN" sz="1600" b="1" dirty="0">
              <a:solidFill>
                <a:schemeClr val="accent2">
                  <a:lumMod val="50000"/>
                </a:schemeClr>
              </a:solidFill>
            </a:endParaRPr>
          </a:p>
        </p:txBody>
      </p:sp>
      <p:sp>
        <p:nvSpPr>
          <p:cNvPr id="15" name="Rectangle 14">
            <a:extLst>
              <a:ext uri="{FF2B5EF4-FFF2-40B4-BE49-F238E27FC236}">
                <a16:creationId xmlns:a16="http://schemas.microsoft.com/office/drawing/2014/main" id="{AF4D66CA-0B19-4150-8374-1C8BF7B7A4C3}"/>
              </a:ext>
            </a:extLst>
          </p:cNvPr>
          <p:cNvSpPr/>
          <p:nvPr/>
        </p:nvSpPr>
        <p:spPr>
          <a:xfrm>
            <a:off x="1021976" y="3513275"/>
            <a:ext cx="425116" cy="338554"/>
          </a:xfrm>
          <a:prstGeom prst="rect">
            <a:avLst/>
          </a:prstGeom>
          <a:solidFill>
            <a:srgbClr val="C5ECF9"/>
          </a:solidFill>
        </p:spPr>
        <p:txBody>
          <a:bodyPr wrap="none">
            <a:spAutoFit/>
          </a:bodyPr>
          <a:lstStyle/>
          <a:p>
            <a:r>
              <a:rPr lang="en-US" sz="1600" b="1" dirty="0">
                <a:solidFill>
                  <a:schemeClr val="accent2">
                    <a:lumMod val="50000"/>
                  </a:schemeClr>
                </a:solidFill>
              </a:rPr>
              <a:t>02</a:t>
            </a:r>
            <a:endParaRPr lang="en-IN" sz="1600" b="1" dirty="0">
              <a:solidFill>
                <a:schemeClr val="accent2">
                  <a:lumMod val="50000"/>
                </a:schemeClr>
              </a:solidFill>
            </a:endParaRPr>
          </a:p>
        </p:txBody>
      </p:sp>
      <p:sp>
        <p:nvSpPr>
          <p:cNvPr id="16" name="Rectangle 15">
            <a:extLst>
              <a:ext uri="{FF2B5EF4-FFF2-40B4-BE49-F238E27FC236}">
                <a16:creationId xmlns:a16="http://schemas.microsoft.com/office/drawing/2014/main" id="{3C14FECB-FC01-40E6-B53E-4D9FAC6F6824}"/>
              </a:ext>
            </a:extLst>
          </p:cNvPr>
          <p:cNvSpPr/>
          <p:nvPr/>
        </p:nvSpPr>
        <p:spPr>
          <a:xfrm>
            <a:off x="1021976" y="5247463"/>
            <a:ext cx="425116" cy="338554"/>
          </a:xfrm>
          <a:prstGeom prst="rect">
            <a:avLst/>
          </a:prstGeom>
          <a:solidFill>
            <a:srgbClr val="C5ECF9"/>
          </a:solidFill>
        </p:spPr>
        <p:txBody>
          <a:bodyPr wrap="none">
            <a:spAutoFit/>
          </a:bodyPr>
          <a:lstStyle/>
          <a:p>
            <a:r>
              <a:rPr lang="en-US" sz="1600" b="1" dirty="0">
                <a:solidFill>
                  <a:schemeClr val="accent2">
                    <a:lumMod val="50000"/>
                  </a:schemeClr>
                </a:solidFill>
              </a:rPr>
              <a:t>03</a:t>
            </a:r>
            <a:endParaRPr lang="en-IN" sz="1600" b="1" dirty="0">
              <a:solidFill>
                <a:schemeClr val="accent2">
                  <a:lumMod val="50000"/>
                </a:schemeClr>
              </a:solidFill>
            </a:endParaRPr>
          </a:p>
        </p:txBody>
      </p:sp>
      <p:sp>
        <p:nvSpPr>
          <p:cNvPr id="17" name="Rectangle 16">
            <a:extLst>
              <a:ext uri="{FF2B5EF4-FFF2-40B4-BE49-F238E27FC236}">
                <a16:creationId xmlns:a16="http://schemas.microsoft.com/office/drawing/2014/main" id="{07EA1A81-40AE-48D5-B84F-6FB3C7896F32}"/>
              </a:ext>
            </a:extLst>
          </p:cNvPr>
          <p:cNvSpPr/>
          <p:nvPr/>
        </p:nvSpPr>
        <p:spPr>
          <a:xfrm>
            <a:off x="5881839" y="1787662"/>
            <a:ext cx="425116" cy="338554"/>
          </a:xfrm>
          <a:prstGeom prst="rect">
            <a:avLst/>
          </a:prstGeom>
          <a:solidFill>
            <a:srgbClr val="C5ECF9"/>
          </a:solidFill>
        </p:spPr>
        <p:txBody>
          <a:bodyPr wrap="none">
            <a:spAutoFit/>
          </a:bodyPr>
          <a:lstStyle/>
          <a:p>
            <a:r>
              <a:rPr lang="en-US" sz="1600" b="1" dirty="0">
                <a:solidFill>
                  <a:schemeClr val="accent2">
                    <a:lumMod val="50000"/>
                  </a:schemeClr>
                </a:solidFill>
              </a:rPr>
              <a:t>04</a:t>
            </a:r>
            <a:endParaRPr lang="en-IN" b="1" dirty="0">
              <a:solidFill>
                <a:schemeClr val="accent2">
                  <a:lumMod val="50000"/>
                </a:schemeClr>
              </a:solidFill>
            </a:endParaRPr>
          </a:p>
        </p:txBody>
      </p:sp>
      <p:sp>
        <p:nvSpPr>
          <p:cNvPr id="18" name="Rectangle 17">
            <a:extLst>
              <a:ext uri="{FF2B5EF4-FFF2-40B4-BE49-F238E27FC236}">
                <a16:creationId xmlns:a16="http://schemas.microsoft.com/office/drawing/2014/main" id="{461C54CF-108F-49BB-B495-9795913FF2F5}"/>
              </a:ext>
            </a:extLst>
          </p:cNvPr>
          <p:cNvSpPr/>
          <p:nvPr/>
        </p:nvSpPr>
        <p:spPr>
          <a:xfrm>
            <a:off x="5880236" y="3513275"/>
            <a:ext cx="425116" cy="338554"/>
          </a:xfrm>
          <a:prstGeom prst="rect">
            <a:avLst/>
          </a:prstGeom>
          <a:solidFill>
            <a:srgbClr val="C5ECF9"/>
          </a:solidFill>
        </p:spPr>
        <p:txBody>
          <a:bodyPr wrap="none">
            <a:spAutoFit/>
          </a:bodyPr>
          <a:lstStyle/>
          <a:p>
            <a:r>
              <a:rPr lang="en-US" sz="1600" b="1" dirty="0">
                <a:solidFill>
                  <a:schemeClr val="accent2">
                    <a:lumMod val="50000"/>
                  </a:schemeClr>
                </a:solidFill>
              </a:rPr>
              <a:t>05</a:t>
            </a:r>
            <a:endParaRPr lang="en-IN" sz="1600" b="1" dirty="0">
              <a:solidFill>
                <a:schemeClr val="accent2">
                  <a:lumMod val="50000"/>
                </a:schemeClr>
              </a:solidFill>
            </a:endParaRPr>
          </a:p>
        </p:txBody>
      </p:sp>
      <p:sp>
        <p:nvSpPr>
          <p:cNvPr id="19" name="Rectangle 18">
            <a:extLst>
              <a:ext uri="{FF2B5EF4-FFF2-40B4-BE49-F238E27FC236}">
                <a16:creationId xmlns:a16="http://schemas.microsoft.com/office/drawing/2014/main" id="{5B9DC3B6-C25A-4AE8-81AF-A057E86CD5CE}"/>
              </a:ext>
            </a:extLst>
          </p:cNvPr>
          <p:cNvSpPr/>
          <p:nvPr/>
        </p:nvSpPr>
        <p:spPr>
          <a:xfrm>
            <a:off x="5880236" y="5232074"/>
            <a:ext cx="425116" cy="338554"/>
          </a:xfrm>
          <a:prstGeom prst="rect">
            <a:avLst/>
          </a:prstGeom>
          <a:solidFill>
            <a:srgbClr val="C5ECF9"/>
          </a:solidFill>
        </p:spPr>
        <p:txBody>
          <a:bodyPr wrap="none">
            <a:spAutoFit/>
          </a:bodyPr>
          <a:lstStyle/>
          <a:p>
            <a:r>
              <a:rPr lang="en-US" sz="1600" b="1" dirty="0">
                <a:solidFill>
                  <a:schemeClr val="accent2">
                    <a:lumMod val="50000"/>
                  </a:schemeClr>
                </a:solidFill>
              </a:rPr>
              <a:t>06</a:t>
            </a:r>
            <a:endParaRPr lang="en-IN" b="1" dirty="0">
              <a:solidFill>
                <a:schemeClr val="accent2">
                  <a:lumMod val="50000"/>
                </a:schemeClr>
              </a:solidFill>
            </a:endParaRPr>
          </a:p>
        </p:txBody>
      </p:sp>
    </p:spTree>
    <p:extLst>
      <p:ext uri="{BB962C8B-B14F-4D97-AF65-F5344CB8AC3E}">
        <p14:creationId xmlns:p14="http://schemas.microsoft.com/office/powerpoint/2010/main" val="2431978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4508657-D540-47DD-8B19-33A8DF096B07}"/>
              </a:ext>
            </a:extLst>
          </p:cNvPr>
          <p:cNvSpPr>
            <a:spLocks noGrp="1"/>
          </p:cNvSpPr>
          <p:nvPr>
            <p:ph type="title"/>
          </p:nvPr>
        </p:nvSpPr>
        <p:spPr>
          <a:xfrm>
            <a:off x="645459" y="339048"/>
            <a:ext cx="8985624" cy="830997"/>
          </a:xfrm>
        </p:spPr>
        <p:txBody>
          <a:bodyPr>
            <a:normAutofit/>
          </a:bodyPr>
          <a:lstStyle/>
          <a:p>
            <a:r>
              <a:rPr lang="en-IN" sz="4400" dirty="0"/>
              <a:t>DATA-DRIVEN RECOMMENDATIONS</a:t>
            </a:r>
            <a:endParaRPr lang="en-IN" sz="4300" dirty="0"/>
          </a:p>
        </p:txBody>
      </p:sp>
      <p:sp>
        <p:nvSpPr>
          <p:cNvPr id="10" name="Rectangle 9">
            <a:extLst>
              <a:ext uri="{FF2B5EF4-FFF2-40B4-BE49-F238E27FC236}">
                <a16:creationId xmlns:a16="http://schemas.microsoft.com/office/drawing/2014/main" id="{4D794022-689C-4A5A-B7DD-71486C94349B}"/>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9076EE7-7D4C-4F23-8459-795605DFAD48}"/>
              </a:ext>
            </a:extLst>
          </p:cNvPr>
          <p:cNvSpPr/>
          <p:nvPr/>
        </p:nvSpPr>
        <p:spPr>
          <a:xfrm>
            <a:off x="6669741" y="1640541"/>
            <a:ext cx="394447" cy="421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60AB42D4-4958-4CA4-9957-8753F07DC373}"/>
              </a:ext>
            </a:extLst>
          </p:cNvPr>
          <p:cNvSpPr/>
          <p:nvPr/>
        </p:nvSpPr>
        <p:spPr>
          <a:xfrm>
            <a:off x="9310255" y="5347855"/>
            <a:ext cx="517236" cy="471054"/>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144B99D6-5592-4F01-9C6C-BDD51962ED6A}"/>
              </a:ext>
            </a:extLst>
          </p:cNvPr>
          <p:cNvSpPr/>
          <p:nvPr/>
        </p:nvSpPr>
        <p:spPr>
          <a:xfrm>
            <a:off x="9310255" y="5818908"/>
            <a:ext cx="228192" cy="330879"/>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8" name="Diagram 7">
            <a:extLst>
              <a:ext uri="{FF2B5EF4-FFF2-40B4-BE49-F238E27FC236}">
                <a16:creationId xmlns:a16="http://schemas.microsoft.com/office/drawing/2014/main" id="{FDF483AA-21AB-4F94-8319-0883059CFEA0}"/>
              </a:ext>
            </a:extLst>
          </p:cNvPr>
          <p:cNvGraphicFramePr/>
          <p:nvPr>
            <p:extLst>
              <p:ext uri="{D42A27DB-BD31-4B8C-83A1-F6EECF244321}">
                <p14:modId xmlns:p14="http://schemas.microsoft.com/office/powerpoint/2010/main" val="817689442"/>
              </p:ext>
            </p:extLst>
          </p:nvPr>
        </p:nvGraphicFramePr>
        <p:xfrm>
          <a:off x="645459" y="1170045"/>
          <a:ext cx="10094259" cy="5589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4105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4508657-D540-47DD-8B19-33A8DF096B07}"/>
              </a:ext>
            </a:extLst>
          </p:cNvPr>
          <p:cNvSpPr>
            <a:spLocks noGrp="1"/>
          </p:cNvSpPr>
          <p:nvPr>
            <p:ph type="title"/>
          </p:nvPr>
        </p:nvSpPr>
        <p:spPr>
          <a:xfrm>
            <a:off x="645459" y="339048"/>
            <a:ext cx="8985624" cy="830997"/>
          </a:xfrm>
        </p:spPr>
        <p:txBody>
          <a:bodyPr>
            <a:normAutofit/>
          </a:bodyPr>
          <a:lstStyle/>
          <a:p>
            <a:r>
              <a:rPr lang="en-IN" sz="4400" dirty="0"/>
              <a:t>FUTURE SCOPE</a:t>
            </a:r>
            <a:endParaRPr lang="en-IN" sz="4300" dirty="0"/>
          </a:p>
        </p:txBody>
      </p:sp>
      <p:sp>
        <p:nvSpPr>
          <p:cNvPr id="10" name="Rectangle 9">
            <a:extLst>
              <a:ext uri="{FF2B5EF4-FFF2-40B4-BE49-F238E27FC236}">
                <a16:creationId xmlns:a16="http://schemas.microsoft.com/office/drawing/2014/main" id="{4D794022-689C-4A5A-B7DD-71486C94349B}"/>
              </a:ext>
            </a:extLst>
          </p:cNvPr>
          <p:cNvSpPr/>
          <p:nvPr/>
        </p:nvSpPr>
        <p:spPr>
          <a:xfrm>
            <a:off x="645459" y="6492058"/>
            <a:ext cx="1900517" cy="150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9076EE7-7D4C-4F23-8459-795605DFAD48}"/>
              </a:ext>
            </a:extLst>
          </p:cNvPr>
          <p:cNvSpPr/>
          <p:nvPr/>
        </p:nvSpPr>
        <p:spPr>
          <a:xfrm>
            <a:off x="6669741" y="1640541"/>
            <a:ext cx="394447" cy="421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60AB42D4-4958-4CA4-9957-8753F07DC373}"/>
              </a:ext>
            </a:extLst>
          </p:cNvPr>
          <p:cNvSpPr/>
          <p:nvPr/>
        </p:nvSpPr>
        <p:spPr>
          <a:xfrm>
            <a:off x="9310255" y="5347855"/>
            <a:ext cx="517236" cy="471054"/>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144B99D6-5592-4F01-9C6C-BDD51962ED6A}"/>
              </a:ext>
            </a:extLst>
          </p:cNvPr>
          <p:cNvSpPr/>
          <p:nvPr/>
        </p:nvSpPr>
        <p:spPr>
          <a:xfrm>
            <a:off x="9310255" y="5818908"/>
            <a:ext cx="228192" cy="330879"/>
          </a:xfrm>
          <a:prstGeom prst="rect">
            <a:avLst/>
          </a:prstGeom>
          <a:solidFill>
            <a:srgbClr val="C5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1" name="Google Shape;9492;p73">
            <a:extLst>
              <a:ext uri="{FF2B5EF4-FFF2-40B4-BE49-F238E27FC236}">
                <a16:creationId xmlns:a16="http://schemas.microsoft.com/office/drawing/2014/main" id="{975463B7-B093-4D93-A46F-15132298819A}"/>
              </a:ext>
            </a:extLst>
          </p:cNvPr>
          <p:cNvGrpSpPr/>
          <p:nvPr/>
        </p:nvGrpSpPr>
        <p:grpSpPr>
          <a:xfrm>
            <a:off x="0" y="2160494"/>
            <a:ext cx="12192000" cy="3056965"/>
            <a:chOff x="1247650" y="2075423"/>
            <a:chExt cx="6648477" cy="1557238"/>
          </a:xfrm>
        </p:grpSpPr>
        <p:sp>
          <p:nvSpPr>
            <p:cNvPr id="12" name="Google Shape;9493;p73">
              <a:extLst>
                <a:ext uri="{FF2B5EF4-FFF2-40B4-BE49-F238E27FC236}">
                  <a16:creationId xmlns:a16="http://schemas.microsoft.com/office/drawing/2014/main" id="{B85D7993-E36E-42F7-AD9F-5DA3E4C95F1E}"/>
                </a:ext>
              </a:extLst>
            </p:cNvPr>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noFill/>
            <a:ln w="28575" cap="flat" cmpd="sng">
              <a:solidFill>
                <a:schemeClr val="accent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494;p73">
              <a:extLst>
                <a:ext uri="{FF2B5EF4-FFF2-40B4-BE49-F238E27FC236}">
                  <a16:creationId xmlns:a16="http://schemas.microsoft.com/office/drawing/2014/main" id="{08A534FB-1FA5-4CCD-BE4E-6E25FADA9E1E}"/>
                </a:ext>
              </a:extLst>
            </p:cNvPr>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noFill/>
            <a:ln w="28575" cap="flat" cmpd="sng">
              <a:solidFill>
                <a:schemeClr val="accent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495;p73">
              <a:extLst>
                <a:ext uri="{FF2B5EF4-FFF2-40B4-BE49-F238E27FC236}">
                  <a16:creationId xmlns:a16="http://schemas.microsoft.com/office/drawing/2014/main" id="{00F499BB-7673-4CB3-A362-0C36BC43B855}"/>
                </a:ext>
              </a:extLst>
            </p:cNvPr>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noFill/>
            <a:ln w="28575" cap="flat" cmpd="sng">
              <a:solidFill>
                <a:schemeClr val="accent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496;p73">
              <a:extLst>
                <a:ext uri="{FF2B5EF4-FFF2-40B4-BE49-F238E27FC236}">
                  <a16:creationId xmlns:a16="http://schemas.microsoft.com/office/drawing/2014/main" id="{B2F274FD-4006-40A7-ADBE-A852878EB973}"/>
                </a:ext>
              </a:extLst>
            </p:cNvPr>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noFill/>
            <a:ln w="28575" cap="flat" cmpd="sng">
              <a:solidFill>
                <a:schemeClr val="accent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497;p73">
              <a:extLst>
                <a:ext uri="{FF2B5EF4-FFF2-40B4-BE49-F238E27FC236}">
                  <a16:creationId xmlns:a16="http://schemas.microsoft.com/office/drawing/2014/main" id="{A2B5F38D-227F-46AE-B41D-FE555BD0CD3B}"/>
                </a:ext>
              </a:extLst>
            </p:cNvPr>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noFill/>
            <a:ln w="28575" cap="flat" cmpd="sng">
              <a:solidFill>
                <a:schemeClr val="accent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498;p73">
              <a:extLst>
                <a:ext uri="{FF2B5EF4-FFF2-40B4-BE49-F238E27FC236}">
                  <a16:creationId xmlns:a16="http://schemas.microsoft.com/office/drawing/2014/main" id="{EADC32B1-807F-4468-BA41-40090D3E7717}"/>
                </a:ext>
              </a:extLst>
            </p:cNvPr>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noFill/>
            <a:ln w="28575" cap="flat" cmpd="sng">
              <a:solidFill>
                <a:schemeClr val="accent2">
                  <a:lumMod val="75000"/>
                </a:schemeClr>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TextBox 2">
            <a:extLst>
              <a:ext uri="{FF2B5EF4-FFF2-40B4-BE49-F238E27FC236}">
                <a16:creationId xmlns:a16="http://schemas.microsoft.com/office/drawing/2014/main" id="{A08091E0-8643-4140-A3CE-13FB34477284}"/>
              </a:ext>
            </a:extLst>
          </p:cNvPr>
          <p:cNvSpPr txBox="1"/>
          <p:nvPr/>
        </p:nvSpPr>
        <p:spPr>
          <a:xfrm>
            <a:off x="765431" y="2427010"/>
            <a:ext cx="1515034" cy="1169551"/>
          </a:xfrm>
          <a:prstGeom prst="rect">
            <a:avLst/>
          </a:prstGeom>
          <a:noFill/>
        </p:spPr>
        <p:txBody>
          <a:bodyPr wrap="square" rtlCol="0">
            <a:spAutoFit/>
          </a:bodyPr>
          <a:lstStyle/>
          <a:p>
            <a:pPr algn="ctr"/>
            <a:r>
              <a:rPr lang="en-IN" sz="1000" b="1" dirty="0">
                <a:solidFill>
                  <a:schemeClr val="accent2">
                    <a:lumMod val="50000"/>
                  </a:schemeClr>
                </a:solidFill>
              </a:rPr>
              <a:t>Predictive Yield &amp; Profit Models</a:t>
            </a:r>
          </a:p>
          <a:p>
            <a:pPr algn="ctr"/>
            <a:r>
              <a:rPr lang="en-US" sz="1000" dirty="0">
                <a:solidFill>
                  <a:schemeClr val="accent2">
                    <a:lumMod val="50000"/>
                  </a:schemeClr>
                </a:solidFill>
              </a:rPr>
              <a:t>Build machine-learning models to estimate yield and profitability using multiple agricultural factors</a:t>
            </a:r>
          </a:p>
        </p:txBody>
      </p:sp>
      <p:sp>
        <p:nvSpPr>
          <p:cNvPr id="26" name="TextBox 25">
            <a:extLst>
              <a:ext uri="{FF2B5EF4-FFF2-40B4-BE49-F238E27FC236}">
                <a16:creationId xmlns:a16="http://schemas.microsoft.com/office/drawing/2014/main" id="{4C44E3A1-D255-4E89-8C2E-C1023E480528}"/>
              </a:ext>
            </a:extLst>
          </p:cNvPr>
          <p:cNvSpPr txBox="1"/>
          <p:nvPr/>
        </p:nvSpPr>
        <p:spPr>
          <a:xfrm>
            <a:off x="3069377" y="3939264"/>
            <a:ext cx="1515034" cy="1015663"/>
          </a:xfrm>
          <a:prstGeom prst="rect">
            <a:avLst/>
          </a:prstGeom>
          <a:noFill/>
        </p:spPr>
        <p:txBody>
          <a:bodyPr wrap="square" rtlCol="0">
            <a:spAutoFit/>
          </a:bodyPr>
          <a:lstStyle/>
          <a:p>
            <a:pPr algn="ctr"/>
            <a:r>
              <a:rPr lang="en-US" sz="1000" b="1" dirty="0">
                <a:solidFill>
                  <a:schemeClr val="accent2">
                    <a:lumMod val="50000"/>
                  </a:schemeClr>
                </a:solidFill>
              </a:rPr>
              <a:t>Weather &amp; Historical Data Integration</a:t>
            </a:r>
          </a:p>
          <a:p>
            <a:pPr algn="ctr"/>
            <a:r>
              <a:rPr lang="en-US" sz="1000" dirty="0">
                <a:solidFill>
                  <a:schemeClr val="accent2">
                    <a:lumMod val="50000"/>
                  </a:schemeClr>
                </a:solidFill>
              </a:rPr>
              <a:t>Combine the dataset with longer-term weather and climate information</a:t>
            </a:r>
          </a:p>
        </p:txBody>
      </p:sp>
      <p:sp>
        <p:nvSpPr>
          <p:cNvPr id="27" name="TextBox 26">
            <a:extLst>
              <a:ext uri="{FF2B5EF4-FFF2-40B4-BE49-F238E27FC236}">
                <a16:creationId xmlns:a16="http://schemas.microsoft.com/office/drawing/2014/main" id="{774A43C4-09E9-40D8-A04A-1C22BDF772AE}"/>
              </a:ext>
            </a:extLst>
          </p:cNvPr>
          <p:cNvSpPr txBox="1"/>
          <p:nvPr/>
        </p:nvSpPr>
        <p:spPr>
          <a:xfrm>
            <a:off x="5345158" y="2577173"/>
            <a:ext cx="1515034" cy="1015663"/>
          </a:xfrm>
          <a:prstGeom prst="rect">
            <a:avLst/>
          </a:prstGeom>
          <a:noFill/>
        </p:spPr>
        <p:txBody>
          <a:bodyPr wrap="square" rtlCol="0">
            <a:spAutoFit/>
          </a:bodyPr>
          <a:lstStyle/>
          <a:p>
            <a:pPr algn="ctr"/>
            <a:r>
              <a:rPr lang="en-US" sz="1000" b="1" dirty="0">
                <a:solidFill>
                  <a:schemeClr val="accent2">
                    <a:lumMod val="50000"/>
                  </a:schemeClr>
                </a:solidFill>
              </a:rPr>
              <a:t>Interactive Dashboard</a:t>
            </a:r>
          </a:p>
          <a:p>
            <a:pPr algn="ctr"/>
            <a:r>
              <a:rPr lang="en-US" sz="1000" dirty="0">
                <a:solidFill>
                  <a:schemeClr val="accent2">
                    <a:lumMod val="50000"/>
                  </a:schemeClr>
                </a:solidFill>
              </a:rPr>
              <a:t>Develop a Power BI or </a:t>
            </a:r>
            <a:r>
              <a:rPr lang="en-US" sz="1000" dirty="0" err="1">
                <a:solidFill>
                  <a:schemeClr val="accent2">
                    <a:lumMod val="50000"/>
                  </a:schemeClr>
                </a:solidFill>
              </a:rPr>
              <a:t>Streamlit</a:t>
            </a:r>
            <a:r>
              <a:rPr lang="en-US" sz="1000" dirty="0">
                <a:solidFill>
                  <a:schemeClr val="accent2">
                    <a:lumMod val="50000"/>
                  </a:schemeClr>
                </a:solidFill>
              </a:rPr>
              <a:t> dashboard for season, crop, region and irrigation exploration</a:t>
            </a:r>
          </a:p>
        </p:txBody>
      </p:sp>
      <p:sp>
        <p:nvSpPr>
          <p:cNvPr id="28" name="TextBox 27">
            <a:extLst>
              <a:ext uri="{FF2B5EF4-FFF2-40B4-BE49-F238E27FC236}">
                <a16:creationId xmlns:a16="http://schemas.microsoft.com/office/drawing/2014/main" id="{4B11DD25-9521-4FDF-9FD7-09E67612DF6A}"/>
              </a:ext>
            </a:extLst>
          </p:cNvPr>
          <p:cNvSpPr txBox="1"/>
          <p:nvPr/>
        </p:nvSpPr>
        <p:spPr>
          <a:xfrm>
            <a:off x="7724218" y="3838069"/>
            <a:ext cx="1515034" cy="1323439"/>
          </a:xfrm>
          <a:prstGeom prst="rect">
            <a:avLst/>
          </a:prstGeom>
          <a:noFill/>
        </p:spPr>
        <p:txBody>
          <a:bodyPr wrap="square" rtlCol="0">
            <a:spAutoFit/>
          </a:bodyPr>
          <a:lstStyle/>
          <a:p>
            <a:pPr algn="ctr"/>
            <a:r>
              <a:rPr lang="en-US" sz="1000" b="1" dirty="0">
                <a:solidFill>
                  <a:schemeClr val="accent2">
                    <a:lumMod val="50000"/>
                  </a:schemeClr>
                </a:solidFill>
              </a:rPr>
              <a:t>Crop &amp; Irrigation Recommendations</a:t>
            </a:r>
          </a:p>
          <a:p>
            <a:pPr algn="ctr"/>
            <a:r>
              <a:rPr lang="en-US" sz="1000" dirty="0">
                <a:solidFill>
                  <a:schemeClr val="accent2">
                    <a:lumMod val="50000"/>
                  </a:schemeClr>
                </a:solidFill>
              </a:rPr>
              <a:t>Develop decision-support systems that provide region- and season-specific recommendations</a:t>
            </a:r>
          </a:p>
          <a:p>
            <a:pPr algn="ctr"/>
            <a:endParaRPr lang="en-US" sz="1000" dirty="0">
              <a:solidFill>
                <a:schemeClr val="accent2">
                  <a:lumMod val="50000"/>
                </a:schemeClr>
              </a:solidFill>
            </a:endParaRPr>
          </a:p>
        </p:txBody>
      </p:sp>
      <p:sp>
        <p:nvSpPr>
          <p:cNvPr id="29" name="TextBox 28">
            <a:extLst>
              <a:ext uri="{FF2B5EF4-FFF2-40B4-BE49-F238E27FC236}">
                <a16:creationId xmlns:a16="http://schemas.microsoft.com/office/drawing/2014/main" id="{161FD644-F10F-4526-B99E-4554453880AB}"/>
              </a:ext>
            </a:extLst>
          </p:cNvPr>
          <p:cNvSpPr txBox="1"/>
          <p:nvPr/>
        </p:nvSpPr>
        <p:spPr>
          <a:xfrm>
            <a:off x="10028115" y="2500228"/>
            <a:ext cx="1515034" cy="1169551"/>
          </a:xfrm>
          <a:prstGeom prst="rect">
            <a:avLst/>
          </a:prstGeom>
          <a:noFill/>
        </p:spPr>
        <p:txBody>
          <a:bodyPr wrap="square" rtlCol="0">
            <a:spAutoFit/>
          </a:bodyPr>
          <a:lstStyle/>
          <a:p>
            <a:pPr algn="ctr"/>
            <a:r>
              <a:rPr lang="en-US" sz="1000" b="1" dirty="0">
                <a:solidFill>
                  <a:schemeClr val="accent2">
                    <a:lumMod val="50000"/>
                  </a:schemeClr>
                </a:solidFill>
              </a:rPr>
              <a:t>Time-Series Analysis</a:t>
            </a:r>
          </a:p>
          <a:p>
            <a:pPr algn="ctr"/>
            <a:r>
              <a:rPr lang="en-US" sz="1000" dirty="0">
                <a:solidFill>
                  <a:schemeClr val="accent2">
                    <a:lumMod val="50000"/>
                  </a:schemeClr>
                </a:solidFill>
              </a:rPr>
              <a:t>Use multi-year data to identify long-term seasonal trends rather than relying on a single dataset snapshot</a:t>
            </a:r>
          </a:p>
          <a:p>
            <a:pPr algn="ctr"/>
            <a:endParaRPr lang="en-US" sz="1000" dirty="0">
              <a:solidFill>
                <a:schemeClr val="accent2">
                  <a:lumMod val="50000"/>
                </a:schemeClr>
              </a:solidFill>
            </a:endParaRPr>
          </a:p>
        </p:txBody>
      </p:sp>
    </p:spTree>
    <p:extLst>
      <p:ext uri="{BB962C8B-B14F-4D97-AF65-F5344CB8AC3E}">
        <p14:creationId xmlns:p14="http://schemas.microsoft.com/office/powerpoint/2010/main" val="986321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872691" y="822980"/>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872691" y="2015234"/>
            <a:ext cx="7232875" cy="646331"/>
          </a:xfrm>
          <a:prstGeom prst="rect">
            <a:avLst/>
          </a:prstGeom>
          <a:noFill/>
        </p:spPr>
        <p:txBody>
          <a:bodyPr wrap="square">
            <a:spAutoFit/>
          </a:bodyPr>
          <a:lstStyle/>
          <a:p>
            <a:r>
              <a:rPr lang="en-US" dirty="0"/>
              <a:t>https://github.com/harshveekotak/Seasonal-Agriculture-Performance-Analysis.git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Autofit/>
          </a:bodyPr>
          <a:lstStyle/>
          <a:p>
            <a:r>
              <a:rPr lang="en-IN" sz="3200" dirty="0"/>
              <a:t>VOIS COURSE COMPLETION CERTIFICATE</a:t>
            </a:r>
            <a:endParaRPr lang="en-IN" sz="3200" b="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3EC441E-B8F3-468D-92BC-D2B437011D5D}"/>
              </a:ext>
            </a:extLst>
          </p:cNvPr>
          <p:cNvPicPr>
            <a:picLocks noChangeAspect="1"/>
          </p:cNvPicPr>
          <p:nvPr/>
        </p:nvPicPr>
        <p:blipFill rotWithShape="1">
          <a:blip r:embed="rId3"/>
          <a:srcRect l="4606" t="4921" r="3772" b="2715"/>
          <a:stretch/>
        </p:blipFill>
        <p:spPr>
          <a:xfrm>
            <a:off x="1225976" y="2115912"/>
            <a:ext cx="6239435" cy="4174921"/>
          </a:xfrm>
          <a:prstGeom prst="rect">
            <a:avLst/>
          </a:prstGeom>
        </p:spPr>
      </p:pic>
      <p:sp>
        <p:nvSpPr>
          <p:cNvPr id="6" name="Rectangle 5">
            <a:extLst>
              <a:ext uri="{FF2B5EF4-FFF2-40B4-BE49-F238E27FC236}">
                <a16:creationId xmlns:a16="http://schemas.microsoft.com/office/drawing/2014/main" id="{79109CE9-D2B8-4E06-A1CE-72DDD7AC10FC}"/>
              </a:ext>
            </a:extLst>
          </p:cNvPr>
          <p:cNvSpPr/>
          <p:nvPr/>
        </p:nvSpPr>
        <p:spPr>
          <a:xfrm>
            <a:off x="2158640" y="1565494"/>
            <a:ext cx="3937360" cy="369332"/>
          </a:xfrm>
          <a:prstGeom prst="rect">
            <a:avLst/>
          </a:prstGeom>
        </p:spPr>
        <p:txBody>
          <a:bodyPr wrap="none">
            <a:spAutoFit/>
          </a:bodyPr>
          <a:lstStyle/>
          <a:p>
            <a:r>
              <a:rPr lang="en-IN"/>
              <a:t>COURSE NAME: DATA VISUALIZATION </a:t>
            </a:r>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02310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2125</TotalTime>
  <Words>1614</Words>
  <Application>Microsoft Office PowerPoint</Application>
  <PresentationFormat>Widescreen</PresentationFormat>
  <Paragraphs>155</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TECHNOLOGIES USED</vt:lpstr>
      <vt:lpstr>DATASET OVERVIEW &amp; DATA CLEANING</vt:lpstr>
      <vt:lpstr>HOW THE DATASET IS DISTRIBUTED</vt:lpstr>
      <vt:lpstr>OVERALL SEASONAL PERFORMANCE</vt:lpstr>
      <vt:lpstr>ENVIRONMENTAL CONDITIONS ACROSS SEASONS</vt:lpstr>
      <vt:lpstr>RESOURCE USAGE ACROSS SEASONS</vt:lpstr>
      <vt:lpstr>CROP-WISE YIELD PERFORMANCE</vt:lpstr>
      <vt:lpstr>REGIONAL PATTERNS &amp; STATISTICAL SIGNIFICANCE</vt:lpstr>
      <vt:lpstr>WHAT DRIVES YIELD? CORRELATION ANALYSIS</vt:lpstr>
      <vt:lpstr>IRRIGATION &amp; WATER EFFICIENCY</vt:lpstr>
      <vt:lpstr>REVENUE &amp; PRODUCTION COST ACROSS SEASONS</vt:lpstr>
      <vt:lpstr>PROFITABILITY</vt:lpstr>
      <vt:lpstr>KEY FINDINGS &amp; CONCLUSION</vt:lpstr>
      <vt:lpstr>DATA-DRIVEN RECOMMENDATIONS</vt:lpstr>
      <vt:lpstr>FUTURE SCOPE</vt:lpstr>
      <vt:lpstr>GITHUB LINK</vt:lpstr>
      <vt:lpstr>VOIS COURSE COMPLETION CERTIFICATE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HARSHVEE KOTAK</cp:lastModifiedBy>
  <cp:revision>165</cp:revision>
  <dcterms:created xsi:type="dcterms:W3CDTF">2021-07-11T13:13:15Z</dcterms:created>
  <dcterms:modified xsi:type="dcterms:W3CDTF">2026-09-06T17:21:30Z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